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74" r:id="rId1"/>
  </p:sldMasterIdLst>
  <p:notesMasterIdLst>
    <p:notesMasterId r:id="rId36"/>
  </p:notesMasterIdLst>
  <p:sldIdLst>
    <p:sldId id="256" r:id="rId2"/>
    <p:sldId id="286" r:id="rId3"/>
    <p:sldId id="288" r:id="rId4"/>
    <p:sldId id="287" r:id="rId5"/>
    <p:sldId id="289" r:id="rId6"/>
    <p:sldId id="290" r:id="rId7"/>
    <p:sldId id="293" r:id="rId8"/>
    <p:sldId id="291" r:id="rId9"/>
    <p:sldId id="294" r:id="rId10"/>
    <p:sldId id="298" r:id="rId11"/>
    <p:sldId id="296" r:id="rId12"/>
    <p:sldId id="300" r:id="rId13"/>
    <p:sldId id="299" r:id="rId14"/>
    <p:sldId id="301" r:id="rId15"/>
    <p:sldId id="302" r:id="rId16"/>
    <p:sldId id="297" r:id="rId17"/>
    <p:sldId id="303" r:id="rId18"/>
    <p:sldId id="304" r:id="rId19"/>
    <p:sldId id="305" r:id="rId20"/>
    <p:sldId id="307" r:id="rId21"/>
    <p:sldId id="308" r:id="rId22"/>
    <p:sldId id="306" r:id="rId23"/>
    <p:sldId id="309" r:id="rId24"/>
    <p:sldId id="311" r:id="rId25"/>
    <p:sldId id="319" r:id="rId26"/>
    <p:sldId id="316" r:id="rId27"/>
    <p:sldId id="318" r:id="rId28"/>
    <p:sldId id="317" r:id="rId29"/>
    <p:sldId id="310" r:id="rId30"/>
    <p:sldId id="312" r:id="rId31"/>
    <p:sldId id="313" r:id="rId32"/>
    <p:sldId id="314" r:id="rId33"/>
    <p:sldId id="320" r:id="rId34"/>
    <p:sldId id="315" r:id="rId35"/>
  </p:sldIdLst>
  <p:sldSz cx="12192000" cy="6858000"/>
  <p:notesSz cx="6858000" cy="9144000"/>
  <p:embeddedFontLst>
    <p:embeddedFont>
      <p:font typeface="UD Digi Kyokasho N-R" panose="02020400000000000000" pitchFamily="49" charset="-128"/>
      <p:regular r:id="rId37"/>
    </p:embeddedFont>
    <p:embeddedFont>
      <p:font typeface="游ゴシック" panose="020B0400000000000000" pitchFamily="34" charset="-128"/>
      <p:regular r:id="rId38"/>
      <p:bold r:id="rId3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BBF"/>
    <a:srgbClr val="FFC000"/>
    <a:srgbClr val="333333"/>
    <a:srgbClr val="C4C4C4"/>
    <a:srgbClr val="DEEBF7"/>
    <a:srgbClr val="CCCCCC"/>
    <a:srgbClr val="F2F2F2"/>
    <a:srgbClr val="4472C4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F2F598-9F77-428C-BD5F-EEEF148DA600}" v="11" dt="2024-10-17T00:05:39.130"/>
    <p1510:client id="{A36F4046-A81F-4DEE-9911-BDB983272A31}" v="196" dt="2024-10-16T07:54:50.8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中間スタイル 3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432" autoAdjust="0"/>
    <p:restoredTop sz="73355" autoAdjust="0"/>
  </p:normalViewPr>
  <p:slideViewPr>
    <p:cSldViewPr snapToGrid="0">
      <p:cViewPr varScale="1">
        <p:scale>
          <a:sx n="86" d="100"/>
          <a:sy n="86" d="100"/>
        </p:scale>
        <p:origin x="248" y="1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藪口 はるか" userId="60235b73597d8493" providerId="Windows Live" clId="Web-{81F2F598-9F77-428C-BD5F-EEEF148DA600}"/>
    <pc:docChg chg="modSld">
      <pc:chgData name="藪口 はるか" userId="60235b73597d8493" providerId="Windows Live" clId="Web-{81F2F598-9F77-428C-BD5F-EEEF148DA600}" dt="2024-10-17T00:05:38.818" v="8" actId="20577"/>
      <pc:docMkLst>
        <pc:docMk/>
      </pc:docMkLst>
      <pc:sldChg chg="modSp">
        <pc:chgData name="藪口 はるか" userId="60235b73597d8493" providerId="Windows Live" clId="Web-{81F2F598-9F77-428C-BD5F-EEEF148DA600}" dt="2024-10-17T00:05:38.818" v="8" actId="20577"/>
        <pc:sldMkLst>
          <pc:docMk/>
          <pc:sldMk cId="401921016" sldId="258"/>
        </pc:sldMkLst>
        <pc:spChg chg="mod">
          <ac:chgData name="藪口 はるか" userId="60235b73597d8493" providerId="Windows Live" clId="Web-{81F2F598-9F77-428C-BD5F-EEEF148DA600}" dt="2024-10-17T00:05:38.818" v="8" actId="20577"/>
          <ac:spMkLst>
            <pc:docMk/>
            <pc:sldMk cId="401921016" sldId="258"/>
            <ac:spMk id="2" creationId="{A9892488-2D50-7B36-EAE1-32441CB1BD64}"/>
          </ac:spMkLst>
        </pc:spChg>
      </pc:sldChg>
    </pc:docChg>
  </pc:docChgLst>
  <pc:docChgLst>
    <pc:chgData name="guchi yabu" userId="60235b73597d8493" providerId="LiveId" clId="{7BC12AEB-6A96-8945-8A21-7A673E3A0956}"/>
    <pc:docChg chg="modSld">
      <pc:chgData name="guchi yabu" userId="60235b73597d8493" providerId="LiveId" clId="{7BC12AEB-6A96-8945-8A21-7A673E3A0956}" dt="2024-10-16T23:23:31.105" v="118" actId="20577"/>
      <pc:docMkLst>
        <pc:docMk/>
      </pc:docMkLst>
      <pc:sldChg chg="modSp">
        <pc:chgData name="guchi yabu" userId="60235b73597d8493" providerId="LiveId" clId="{7BC12AEB-6A96-8945-8A21-7A673E3A0956}" dt="2024-10-16T23:23:31.105" v="118" actId="20577"/>
        <pc:sldMkLst>
          <pc:docMk/>
          <pc:sldMk cId="401921016" sldId="258"/>
        </pc:sldMkLst>
        <pc:spChg chg="mod">
          <ac:chgData name="guchi yabu" userId="60235b73597d8493" providerId="LiveId" clId="{7BC12AEB-6A96-8945-8A21-7A673E3A0956}" dt="2024-10-16T23:23:31.105" v="118" actId="20577"/>
          <ac:spMkLst>
            <pc:docMk/>
            <pc:sldMk cId="401921016" sldId="258"/>
            <ac:spMk id="3" creationId="{3BC972AB-835F-CAE0-A47E-F1A0348811C5}"/>
          </ac:spMkLst>
        </pc:spChg>
        <pc:spChg chg="mod">
          <ac:chgData name="guchi yabu" userId="60235b73597d8493" providerId="LiveId" clId="{7BC12AEB-6A96-8945-8A21-7A673E3A0956}" dt="2024-10-16T23:21:44.361" v="64" actId="1076"/>
          <ac:spMkLst>
            <pc:docMk/>
            <pc:sldMk cId="401921016" sldId="258"/>
            <ac:spMk id="4" creationId="{575EE264-EAA9-505E-87FE-1DC35F3A01B9}"/>
          </ac:spMkLst>
        </pc:spChg>
      </pc:sldChg>
    </pc:docChg>
  </pc:docChgLst>
  <pc:docChgLst>
    <pc:chgData name="藪口 はるか" userId="60235b73597d8493" providerId="Windows Live" clId="Web-{A36F4046-A81F-4DEE-9911-BDB983272A31}"/>
    <pc:docChg chg="addSld modSld sldOrd">
      <pc:chgData name="藪口 はるか" userId="60235b73597d8493" providerId="Windows Live" clId="Web-{A36F4046-A81F-4DEE-9911-BDB983272A31}" dt="2024-10-16T07:54:43.536" v="203" actId="20577"/>
      <pc:docMkLst>
        <pc:docMk/>
      </pc:docMkLst>
      <pc:sldChg chg="modSp">
        <pc:chgData name="藪口 はるか" userId="60235b73597d8493" providerId="Windows Live" clId="Web-{A36F4046-A81F-4DEE-9911-BDB983272A31}" dt="2024-10-16T07:15:07.658" v="81" actId="20577"/>
        <pc:sldMkLst>
          <pc:docMk/>
          <pc:sldMk cId="1531608798" sldId="256"/>
        </pc:sldMkLst>
        <pc:spChg chg="mod">
          <ac:chgData name="藪口 はるか" userId="60235b73597d8493" providerId="Windows Live" clId="Web-{A36F4046-A81F-4DEE-9911-BDB983272A31}" dt="2024-10-16T07:15:07.658" v="81" actId="20577"/>
          <ac:spMkLst>
            <pc:docMk/>
            <pc:sldMk cId="1531608798" sldId="256"/>
            <ac:spMk id="2" creationId="{DEFD3AFF-7D98-AF81-CBF4-7C30A2BDFA11}"/>
          </ac:spMkLst>
        </pc:spChg>
        <pc:spChg chg="mod">
          <ac:chgData name="藪口 はるか" userId="60235b73597d8493" providerId="Windows Live" clId="Web-{A36F4046-A81F-4DEE-9911-BDB983272A31}" dt="2024-10-16T06:56:35.800" v="61" actId="20577"/>
          <ac:spMkLst>
            <pc:docMk/>
            <pc:sldMk cId="1531608798" sldId="256"/>
            <ac:spMk id="3" creationId="{6FD23267-AB62-C191-738D-E7C5F11C6599}"/>
          </ac:spMkLst>
        </pc:spChg>
      </pc:sldChg>
      <pc:sldChg chg="modSp">
        <pc:chgData name="藪口 はるか" userId="60235b73597d8493" providerId="Windows Live" clId="Web-{A36F4046-A81F-4DEE-9911-BDB983272A31}" dt="2024-10-16T07:49:35.854" v="169" actId="20577"/>
        <pc:sldMkLst>
          <pc:docMk/>
          <pc:sldMk cId="401921016" sldId="258"/>
        </pc:sldMkLst>
        <pc:spChg chg="mod">
          <ac:chgData name="藪口 はるか" userId="60235b73597d8493" providerId="Windows Live" clId="Web-{A36F4046-A81F-4DEE-9911-BDB983272A31}" dt="2024-10-16T07:35:40.671" v="97" actId="20577"/>
          <ac:spMkLst>
            <pc:docMk/>
            <pc:sldMk cId="401921016" sldId="258"/>
            <ac:spMk id="2" creationId="{A9892488-2D50-7B36-EAE1-32441CB1BD64}"/>
          </ac:spMkLst>
        </pc:spChg>
        <pc:spChg chg="mod">
          <ac:chgData name="藪口 はるか" userId="60235b73597d8493" providerId="Windows Live" clId="Web-{A36F4046-A81F-4DEE-9911-BDB983272A31}" dt="2024-10-16T07:49:35.854" v="169" actId="20577"/>
          <ac:spMkLst>
            <pc:docMk/>
            <pc:sldMk cId="401921016" sldId="258"/>
            <ac:spMk id="3" creationId="{3BC972AB-835F-CAE0-A47E-F1A0348811C5}"/>
          </ac:spMkLst>
        </pc:spChg>
      </pc:sldChg>
      <pc:sldChg chg="modSp add replId">
        <pc:chgData name="藪口 はるか" userId="60235b73597d8493" providerId="Windows Live" clId="Web-{A36F4046-A81F-4DEE-9911-BDB983272A31}" dt="2024-10-16T07:54:43.536" v="203" actId="20577"/>
        <pc:sldMkLst>
          <pc:docMk/>
          <pc:sldMk cId="2307587766" sldId="261"/>
        </pc:sldMkLst>
        <pc:spChg chg="mod">
          <ac:chgData name="藪口 はるか" userId="60235b73597d8493" providerId="Windows Live" clId="Web-{A36F4046-A81F-4DEE-9911-BDB983272A31}" dt="2024-10-16T07:53:01.236" v="179" actId="20577"/>
          <ac:spMkLst>
            <pc:docMk/>
            <pc:sldMk cId="2307587766" sldId="261"/>
            <ac:spMk id="2" creationId="{A9892488-2D50-7B36-EAE1-32441CB1BD64}"/>
          </ac:spMkLst>
        </pc:spChg>
        <pc:spChg chg="mod">
          <ac:chgData name="藪口 はるか" userId="60235b73597d8493" providerId="Windows Live" clId="Web-{A36F4046-A81F-4DEE-9911-BDB983272A31}" dt="2024-10-16T07:54:43.536" v="203" actId="20577"/>
          <ac:spMkLst>
            <pc:docMk/>
            <pc:sldMk cId="2307587766" sldId="261"/>
            <ac:spMk id="3" creationId="{3BC972AB-835F-CAE0-A47E-F1A0348811C5}"/>
          </ac:spMkLst>
        </pc:spChg>
      </pc:sldChg>
      <pc:sldChg chg="modSp add replId">
        <pc:chgData name="藪口 はるか" userId="60235b73597d8493" providerId="Windows Live" clId="Web-{A36F4046-A81F-4DEE-9911-BDB983272A31}" dt="2024-10-16T07:39:13.615" v="141" actId="20577"/>
        <pc:sldMkLst>
          <pc:docMk/>
          <pc:sldMk cId="1136094381" sldId="262"/>
        </pc:sldMkLst>
        <pc:spChg chg="mod">
          <ac:chgData name="藪口 はるか" userId="60235b73597d8493" providerId="Windows Live" clId="Web-{A36F4046-A81F-4DEE-9911-BDB983272A31}" dt="2024-10-16T07:37:05.533" v="118" actId="20577"/>
          <ac:spMkLst>
            <pc:docMk/>
            <pc:sldMk cId="1136094381" sldId="262"/>
            <ac:spMk id="2" creationId="{A9892488-2D50-7B36-EAE1-32441CB1BD64}"/>
          </ac:spMkLst>
        </pc:spChg>
        <pc:spChg chg="mod">
          <ac:chgData name="藪口 はるか" userId="60235b73597d8493" providerId="Windows Live" clId="Web-{A36F4046-A81F-4DEE-9911-BDB983272A31}" dt="2024-10-16T07:39:13.615" v="141" actId="20577"/>
          <ac:spMkLst>
            <pc:docMk/>
            <pc:sldMk cId="1136094381" sldId="262"/>
            <ac:spMk id="3" creationId="{3BC972AB-835F-CAE0-A47E-F1A0348811C5}"/>
          </ac:spMkLst>
        </pc:spChg>
      </pc:sldChg>
      <pc:sldChg chg="modSp add replId">
        <pc:chgData name="藪口 はるか" userId="60235b73597d8493" providerId="Windows Live" clId="Web-{A36F4046-A81F-4DEE-9911-BDB983272A31}" dt="2024-10-16T07:39:35.553" v="145" actId="20577"/>
        <pc:sldMkLst>
          <pc:docMk/>
          <pc:sldMk cId="2986245180" sldId="263"/>
        </pc:sldMkLst>
        <pc:spChg chg="mod">
          <ac:chgData name="藪口 はるか" userId="60235b73597d8493" providerId="Windows Live" clId="Web-{A36F4046-A81F-4DEE-9911-BDB983272A31}" dt="2024-10-16T07:37:56.331" v="125" actId="20577"/>
          <ac:spMkLst>
            <pc:docMk/>
            <pc:sldMk cId="2986245180" sldId="263"/>
            <ac:spMk id="2" creationId="{A9892488-2D50-7B36-EAE1-32441CB1BD64}"/>
          </ac:spMkLst>
        </pc:spChg>
        <pc:spChg chg="mod">
          <ac:chgData name="藪口 はるか" userId="60235b73597d8493" providerId="Windows Live" clId="Web-{A36F4046-A81F-4DEE-9911-BDB983272A31}" dt="2024-10-16T07:39:35.553" v="145" actId="20577"/>
          <ac:spMkLst>
            <pc:docMk/>
            <pc:sldMk cId="2986245180" sldId="263"/>
            <ac:spMk id="3" creationId="{3BC972AB-835F-CAE0-A47E-F1A0348811C5}"/>
          </ac:spMkLst>
        </pc:spChg>
      </pc:sldChg>
      <pc:sldChg chg="modSp add replId">
        <pc:chgData name="藪口 はるか" userId="60235b73597d8493" providerId="Windows Live" clId="Web-{A36F4046-A81F-4DEE-9911-BDB983272A31}" dt="2024-10-16T07:40:15.727" v="149" actId="20577"/>
        <pc:sldMkLst>
          <pc:docMk/>
          <pc:sldMk cId="3250914897" sldId="264"/>
        </pc:sldMkLst>
        <pc:spChg chg="mod">
          <ac:chgData name="藪口 はるか" userId="60235b73597d8493" providerId="Windows Live" clId="Web-{A36F4046-A81F-4DEE-9911-BDB983272A31}" dt="2024-10-16T07:38:23.426" v="131" actId="20577"/>
          <ac:spMkLst>
            <pc:docMk/>
            <pc:sldMk cId="3250914897" sldId="264"/>
            <ac:spMk id="2" creationId="{A9892488-2D50-7B36-EAE1-32441CB1BD64}"/>
          </ac:spMkLst>
        </pc:spChg>
        <pc:spChg chg="mod">
          <ac:chgData name="藪口 はるか" userId="60235b73597d8493" providerId="Windows Live" clId="Web-{A36F4046-A81F-4DEE-9911-BDB983272A31}" dt="2024-10-16T07:40:15.727" v="149" actId="20577"/>
          <ac:spMkLst>
            <pc:docMk/>
            <pc:sldMk cId="3250914897" sldId="264"/>
            <ac:spMk id="3" creationId="{3BC972AB-835F-CAE0-A47E-F1A0348811C5}"/>
          </ac:spMkLst>
        </pc:spChg>
      </pc:sldChg>
      <pc:sldChg chg="modSp add replId">
        <pc:chgData name="藪口 はるか" userId="60235b73597d8493" providerId="Windows Live" clId="Web-{A36F4046-A81F-4DEE-9911-BDB983272A31}" dt="2024-10-16T07:39:59.882" v="148" actId="20577"/>
        <pc:sldMkLst>
          <pc:docMk/>
          <pc:sldMk cId="1525537188" sldId="265"/>
        </pc:sldMkLst>
        <pc:spChg chg="mod">
          <ac:chgData name="藪口 はるか" userId="60235b73597d8493" providerId="Windows Live" clId="Web-{A36F4046-A81F-4DEE-9911-BDB983272A31}" dt="2024-10-16T07:38:06.222" v="130" actId="20577"/>
          <ac:spMkLst>
            <pc:docMk/>
            <pc:sldMk cId="1525537188" sldId="265"/>
            <ac:spMk id="2" creationId="{A9892488-2D50-7B36-EAE1-32441CB1BD64}"/>
          </ac:spMkLst>
        </pc:spChg>
        <pc:spChg chg="mod">
          <ac:chgData name="藪口 はるか" userId="60235b73597d8493" providerId="Windows Live" clId="Web-{A36F4046-A81F-4DEE-9911-BDB983272A31}" dt="2024-10-16T07:39:59.882" v="148" actId="20577"/>
          <ac:spMkLst>
            <pc:docMk/>
            <pc:sldMk cId="1525537188" sldId="265"/>
            <ac:spMk id="3" creationId="{3BC972AB-835F-CAE0-A47E-F1A0348811C5}"/>
          </ac:spMkLst>
        </pc:spChg>
      </pc:sldChg>
      <pc:sldChg chg="modSp add ord replId">
        <pc:chgData name="藪口 はるか" userId="60235b73597d8493" providerId="Windows Live" clId="Web-{A36F4046-A81F-4DEE-9911-BDB983272A31}" dt="2024-10-16T07:40:58.572" v="160" actId="20577"/>
        <pc:sldMkLst>
          <pc:docMk/>
          <pc:sldMk cId="3721110671" sldId="266"/>
        </pc:sldMkLst>
        <pc:spChg chg="mod">
          <ac:chgData name="藪口 はるか" userId="60235b73597d8493" providerId="Windows Live" clId="Web-{A36F4046-A81F-4DEE-9911-BDB983272A31}" dt="2024-10-16T07:40:58.572" v="160" actId="20577"/>
          <ac:spMkLst>
            <pc:docMk/>
            <pc:sldMk cId="3721110671" sldId="266"/>
            <ac:spMk id="2" creationId="{DEFD3AFF-7D98-AF81-CBF4-7C30A2BDFA1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FD380F-9CF0-4B9C-8BA4-A511A33D80C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6F32130B-17B5-0848-9F04-6285FC8F6DA0}">
      <dgm:prSet/>
      <dgm:spPr/>
      <dgm:t>
        <a:bodyPr/>
        <a:lstStyle/>
        <a:p>
          <a:r>
            <a:rPr lang="en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Respect</a:t>
          </a:r>
          <a:endParaRPr lang="ja-JP" altLang="en-US"/>
        </a:p>
      </dgm:t>
    </dgm:pt>
    <dgm:pt modelId="{C76AFC7D-1950-2247-9C4A-40F7F4A421F7}" type="parTrans" cxnId="{90413E27-739F-C046-9579-E19E0C2354E8}">
      <dgm:prSet/>
      <dgm:spPr/>
      <dgm:t>
        <a:bodyPr/>
        <a:lstStyle/>
        <a:p>
          <a:endParaRPr kumimoji="1" lang="ja-JP" altLang="en-US"/>
        </a:p>
      </dgm:t>
    </dgm:pt>
    <dgm:pt modelId="{B9837F65-133E-644C-BD4C-B765A95F54E9}" type="sibTrans" cxnId="{90413E27-739F-C046-9579-E19E0C2354E8}">
      <dgm:prSet/>
      <dgm:spPr/>
      <dgm:t>
        <a:bodyPr/>
        <a:lstStyle/>
        <a:p>
          <a:endParaRPr kumimoji="1" lang="ja-JP" altLang="en-US"/>
        </a:p>
      </dgm:t>
    </dgm:pt>
    <dgm:pt modelId="{A5A5396F-3811-3844-983A-986125415CA3}">
      <dgm:prSet/>
      <dgm:spPr/>
      <dgm:t>
        <a:bodyPr/>
        <a:lstStyle/>
        <a:p>
          <a:r>
            <a:rPr lang="en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Integrity</a:t>
          </a:r>
          <a:endParaRPr lang="ja-JP" altLang="en-US"/>
        </a:p>
      </dgm:t>
    </dgm:pt>
    <dgm:pt modelId="{FCDB823A-EB86-E147-A23B-83D8C13E0196}" type="parTrans" cxnId="{A2624A50-8787-6346-8CF6-8694C62C70AA}">
      <dgm:prSet/>
      <dgm:spPr/>
      <dgm:t>
        <a:bodyPr/>
        <a:lstStyle/>
        <a:p>
          <a:endParaRPr kumimoji="1" lang="ja-JP" altLang="en-US"/>
        </a:p>
      </dgm:t>
    </dgm:pt>
    <dgm:pt modelId="{0452FAA8-B45F-AA46-BE26-25E48C22D713}" type="sibTrans" cxnId="{A2624A50-8787-6346-8CF6-8694C62C70AA}">
      <dgm:prSet/>
      <dgm:spPr/>
      <dgm:t>
        <a:bodyPr/>
        <a:lstStyle/>
        <a:p>
          <a:endParaRPr kumimoji="1" lang="ja-JP" altLang="en-US"/>
        </a:p>
      </dgm:t>
    </dgm:pt>
    <dgm:pt modelId="{A062E46F-DDCD-FB42-97E2-785000FE576E}">
      <dgm:prSet/>
      <dgm:spPr/>
      <dgm:t>
        <a:bodyPr/>
        <a:lstStyle/>
        <a:p>
          <a:r>
            <a:rPr lang="en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Accountability</a:t>
          </a:r>
          <a:endParaRPr lang="ja-JP" altLang="en-US"/>
        </a:p>
      </dgm:t>
    </dgm:pt>
    <dgm:pt modelId="{6A7D3679-27B2-C44A-9143-D7A1EDD51F99}" type="parTrans" cxnId="{97E0E7E8-7155-AA46-8B3B-3BCE35B32EB2}">
      <dgm:prSet/>
      <dgm:spPr/>
      <dgm:t>
        <a:bodyPr/>
        <a:lstStyle/>
        <a:p>
          <a:endParaRPr kumimoji="1" lang="ja-JP" altLang="en-US"/>
        </a:p>
      </dgm:t>
    </dgm:pt>
    <dgm:pt modelId="{FC24BBE6-464F-A34F-8B0C-A6DB41E88882}" type="sibTrans" cxnId="{97E0E7E8-7155-AA46-8B3B-3BCE35B32EB2}">
      <dgm:prSet/>
      <dgm:spPr/>
      <dgm:t>
        <a:bodyPr/>
        <a:lstStyle/>
        <a:p>
          <a:endParaRPr kumimoji="1" lang="ja-JP" altLang="en-US"/>
        </a:p>
      </dgm:t>
    </dgm:pt>
    <dgm:pt modelId="{9525EB8F-A7B0-214B-A714-90AE1D1E0192}">
      <dgm:prSet custT="1"/>
      <dgm:spPr/>
      <dgm:t>
        <a:bodyPr/>
        <a:lstStyle/>
        <a:p>
          <a:r>
            <a:rPr lang="ja-JP" altLang="en-US" sz="24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尊重</a:t>
          </a:r>
          <a:br>
            <a:rPr lang="en-US" altLang="ja-JP" sz="24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br>
            <a:rPr lang="en-US" altLang="ja-JP" sz="24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r>
            <a:rPr lang="ja-JP" altLang="en-US" sz="24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他者の考え、背景や気持ちを重要視する価値観</a:t>
          </a:r>
          <a:endParaRPr kumimoji="1" lang="ja-JP" altLang="en-US" sz="24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079387F9-6E82-CC4F-857F-575591883B94}" type="parTrans" cxnId="{E1CAA163-0F10-4C45-9B99-E7A363A96166}">
      <dgm:prSet/>
      <dgm:spPr/>
      <dgm:t>
        <a:bodyPr/>
        <a:lstStyle/>
        <a:p>
          <a:endParaRPr kumimoji="1" lang="ja-JP" altLang="en-US"/>
        </a:p>
      </dgm:t>
    </dgm:pt>
    <dgm:pt modelId="{0EAA7400-7568-1949-9ACD-A8DCD0ADAD65}" type="sibTrans" cxnId="{E1CAA163-0F10-4C45-9B99-E7A363A96166}">
      <dgm:prSet/>
      <dgm:spPr/>
      <dgm:t>
        <a:bodyPr/>
        <a:lstStyle/>
        <a:p>
          <a:endParaRPr kumimoji="1" lang="ja-JP" altLang="en-US"/>
        </a:p>
      </dgm:t>
    </dgm:pt>
    <dgm:pt modelId="{733A3F6F-9B80-C047-A562-2D7CD4EB267F}">
      <dgm:prSet custT="1"/>
      <dgm:spPr/>
      <dgm:t>
        <a:bodyPr/>
        <a:lstStyle/>
        <a:p>
          <a:r>
            <a:rPr lang="ja-JP" altLang="en-US" sz="24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誠実性</a:t>
          </a:r>
          <a:br>
            <a:rPr lang="en-US" altLang="ja-JP" sz="24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br>
            <a:rPr lang="en-US" altLang="ja-JP" sz="24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r>
            <a:rPr lang="ja-JP" altLang="en-US" sz="24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正直で倫理的、信頼できる行動を重視する価値観</a:t>
          </a:r>
          <a:endParaRPr kumimoji="1" lang="ja-JP" altLang="en-US" sz="24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B2C08319-A915-CD48-B33F-FDD500019599}" type="parTrans" cxnId="{75AC35B5-7C33-6A48-BD1E-B498412796D2}">
      <dgm:prSet/>
      <dgm:spPr/>
      <dgm:t>
        <a:bodyPr/>
        <a:lstStyle/>
        <a:p>
          <a:endParaRPr kumimoji="1" lang="ja-JP" altLang="en-US"/>
        </a:p>
      </dgm:t>
    </dgm:pt>
    <dgm:pt modelId="{C51CB5B9-AC62-7C4C-B31C-226B7E8AE5AA}" type="sibTrans" cxnId="{75AC35B5-7C33-6A48-BD1E-B498412796D2}">
      <dgm:prSet/>
      <dgm:spPr/>
      <dgm:t>
        <a:bodyPr/>
        <a:lstStyle/>
        <a:p>
          <a:endParaRPr kumimoji="1" lang="ja-JP" altLang="en-US"/>
        </a:p>
      </dgm:t>
    </dgm:pt>
    <dgm:pt modelId="{D832E75D-CB1B-0041-8772-D071680AD0D6}">
      <dgm:prSet custT="1"/>
      <dgm:spPr/>
      <dgm:t>
        <a:bodyPr/>
        <a:lstStyle/>
        <a:p>
          <a:r>
            <a:rPr lang="ja-JP" altLang="en-US" sz="24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責任感</a:t>
          </a:r>
          <a:br>
            <a:rPr lang="en-US" altLang="ja-JP" sz="24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br>
            <a:rPr lang="en-US" altLang="ja-JP" sz="24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r>
            <a:rPr lang="ja-JP" altLang="en-US" sz="24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意思決定・行動・成果に対して責任を持つ価値観</a:t>
          </a:r>
          <a:endParaRPr kumimoji="1" lang="ja-JP" altLang="en-US" sz="24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E8A5EC5-399E-944D-B976-70EAC9D77C17}" type="parTrans" cxnId="{93186A25-765E-424F-8D89-2788F74DEE8F}">
      <dgm:prSet/>
      <dgm:spPr/>
      <dgm:t>
        <a:bodyPr/>
        <a:lstStyle/>
        <a:p>
          <a:endParaRPr kumimoji="1" lang="ja-JP" altLang="en-US"/>
        </a:p>
      </dgm:t>
    </dgm:pt>
    <dgm:pt modelId="{2DDF7568-376F-D848-A94E-FB49260898EC}" type="sibTrans" cxnId="{93186A25-765E-424F-8D89-2788F74DEE8F}">
      <dgm:prSet/>
      <dgm:spPr/>
      <dgm:t>
        <a:bodyPr/>
        <a:lstStyle/>
        <a:p>
          <a:endParaRPr kumimoji="1" lang="ja-JP" altLang="en-US"/>
        </a:p>
      </dgm:t>
    </dgm:pt>
    <dgm:pt modelId="{E0F9E3E0-1A9F-4F85-BB67-9DF3653E0EF0}" type="pres">
      <dgm:prSet presAssocID="{BBFD380F-9CF0-4B9C-8BA4-A511A33D80C2}" presName="Name0" presStyleCnt="0">
        <dgm:presLayoutVars>
          <dgm:dir/>
          <dgm:animLvl val="lvl"/>
          <dgm:resizeHandles val="exact"/>
        </dgm:presLayoutVars>
      </dgm:prSet>
      <dgm:spPr/>
    </dgm:pt>
    <dgm:pt modelId="{C42D695B-3863-3C49-84A2-3D3D75329640}" type="pres">
      <dgm:prSet presAssocID="{6F32130B-17B5-0848-9F04-6285FC8F6DA0}" presName="composite" presStyleCnt="0"/>
      <dgm:spPr/>
    </dgm:pt>
    <dgm:pt modelId="{76E5619C-5FB0-F849-BF61-24769931DCF7}" type="pres">
      <dgm:prSet presAssocID="{6F32130B-17B5-0848-9F04-6285FC8F6DA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5333649-057D-F444-9C48-E3356C0C2F97}" type="pres">
      <dgm:prSet presAssocID="{6F32130B-17B5-0848-9F04-6285FC8F6DA0}" presName="desTx" presStyleLbl="alignAccFollowNode1" presStyleIdx="0" presStyleCnt="3">
        <dgm:presLayoutVars>
          <dgm:bulletEnabled val="1"/>
        </dgm:presLayoutVars>
      </dgm:prSet>
      <dgm:spPr/>
    </dgm:pt>
    <dgm:pt modelId="{AA4EF6C9-1CA6-3E49-BD60-F2EFA5669557}" type="pres">
      <dgm:prSet presAssocID="{B9837F65-133E-644C-BD4C-B765A95F54E9}" presName="space" presStyleCnt="0"/>
      <dgm:spPr/>
    </dgm:pt>
    <dgm:pt modelId="{0542D994-8EE9-304F-B974-204197B564C0}" type="pres">
      <dgm:prSet presAssocID="{A5A5396F-3811-3844-983A-986125415CA3}" presName="composite" presStyleCnt="0"/>
      <dgm:spPr/>
    </dgm:pt>
    <dgm:pt modelId="{D72D4D67-4CB6-D849-A5BE-59D6A1470F06}" type="pres">
      <dgm:prSet presAssocID="{A5A5396F-3811-3844-983A-986125415CA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BCC8156-35D7-0F47-987B-EE87C05E9003}" type="pres">
      <dgm:prSet presAssocID="{A5A5396F-3811-3844-983A-986125415CA3}" presName="desTx" presStyleLbl="alignAccFollowNode1" presStyleIdx="1" presStyleCnt="3">
        <dgm:presLayoutVars>
          <dgm:bulletEnabled val="1"/>
        </dgm:presLayoutVars>
      </dgm:prSet>
      <dgm:spPr/>
    </dgm:pt>
    <dgm:pt modelId="{5C36B4A2-0ECF-F242-9272-3CBE5EB633E8}" type="pres">
      <dgm:prSet presAssocID="{0452FAA8-B45F-AA46-BE26-25E48C22D713}" presName="space" presStyleCnt="0"/>
      <dgm:spPr/>
    </dgm:pt>
    <dgm:pt modelId="{3E62F912-E3B7-F346-BFE3-F9F7F2B30DA8}" type="pres">
      <dgm:prSet presAssocID="{A062E46F-DDCD-FB42-97E2-785000FE576E}" presName="composite" presStyleCnt="0"/>
      <dgm:spPr/>
    </dgm:pt>
    <dgm:pt modelId="{22F7FE52-654E-2E40-9B9C-EA06B74DBF93}" type="pres">
      <dgm:prSet presAssocID="{A062E46F-DDCD-FB42-97E2-785000FE576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585C5C8-BFEE-A543-AAC0-4592F3AB7222}" type="pres">
      <dgm:prSet presAssocID="{A062E46F-DDCD-FB42-97E2-785000FE576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E8A5EA1C-B1BC-4407-A041-88DCE4646F91}" type="presOf" srcId="{BBFD380F-9CF0-4B9C-8BA4-A511A33D80C2}" destId="{E0F9E3E0-1A9F-4F85-BB67-9DF3653E0EF0}" srcOrd="0" destOrd="0" presId="urn:microsoft.com/office/officeart/2005/8/layout/hList1"/>
    <dgm:cxn modelId="{93186A25-765E-424F-8D89-2788F74DEE8F}" srcId="{A062E46F-DDCD-FB42-97E2-785000FE576E}" destId="{D832E75D-CB1B-0041-8772-D071680AD0D6}" srcOrd="0" destOrd="0" parTransId="{FE8A5EC5-399E-944D-B976-70EAC9D77C17}" sibTransId="{2DDF7568-376F-D848-A94E-FB49260898EC}"/>
    <dgm:cxn modelId="{90413E27-739F-C046-9579-E19E0C2354E8}" srcId="{BBFD380F-9CF0-4B9C-8BA4-A511A33D80C2}" destId="{6F32130B-17B5-0848-9F04-6285FC8F6DA0}" srcOrd="0" destOrd="0" parTransId="{C76AFC7D-1950-2247-9C4A-40F7F4A421F7}" sibTransId="{B9837F65-133E-644C-BD4C-B765A95F54E9}"/>
    <dgm:cxn modelId="{346D884C-2651-DE4D-8A1C-9EF6067EFA1A}" type="presOf" srcId="{6F32130B-17B5-0848-9F04-6285FC8F6DA0}" destId="{76E5619C-5FB0-F849-BF61-24769931DCF7}" srcOrd="0" destOrd="0" presId="urn:microsoft.com/office/officeart/2005/8/layout/hList1"/>
    <dgm:cxn modelId="{A2624A50-8787-6346-8CF6-8694C62C70AA}" srcId="{BBFD380F-9CF0-4B9C-8BA4-A511A33D80C2}" destId="{A5A5396F-3811-3844-983A-986125415CA3}" srcOrd="1" destOrd="0" parTransId="{FCDB823A-EB86-E147-A23B-83D8C13E0196}" sibTransId="{0452FAA8-B45F-AA46-BE26-25E48C22D713}"/>
    <dgm:cxn modelId="{E1CAA163-0F10-4C45-9B99-E7A363A96166}" srcId="{6F32130B-17B5-0848-9F04-6285FC8F6DA0}" destId="{9525EB8F-A7B0-214B-A714-90AE1D1E0192}" srcOrd="0" destOrd="0" parTransId="{079387F9-6E82-CC4F-857F-575591883B94}" sibTransId="{0EAA7400-7568-1949-9ACD-A8DCD0ADAD65}"/>
    <dgm:cxn modelId="{04E02C78-1F91-DA43-A05E-E0354EAC43A8}" type="presOf" srcId="{9525EB8F-A7B0-214B-A714-90AE1D1E0192}" destId="{95333649-057D-F444-9C48-E3356C0C2F97}" srcOrd="0" destOrd="0" presId="urn:microsoft.com/office/officeart/2005/8/layout/hList1"/>
    <dgm:cxn modelId="{B2993893-6CE9-A944-9128-4F228133B438}" type="presOf" srcId="{D832E75D-CB1B-0041-8772-D071680AD0D6}" destId="{0585C5C8-BFEE-A543-AAC0-4592F3AB7222}" srcOrd="0" destOrd="0" presId="urn:microsoft.com/office/officeart/2005/8/layout/hList1"/>
    <dgm:cxn modelId="{0F2E75A4-4E30-0C4D-8E2D-0C741AD73055}" type="presOf" srcId="{733A3F6F-9B80-C047-A562-2D7CD4EB267F}" destId="{9BCC8156-35D7-0F47-987B-EE87C05E9003}" srcOrd="0" destOrd="0" presId="urn:microsoft.com/office/officeart/2005/8/layout/hList1"/>
    <dgm:cxn modelId="{75AC35B5-7C33-6A48-BD1E-B498412796D2}" srcId="{A5A5396F-3811-3844-983A-986125415CA3}" destId="{733A3F6F-9B80-C047-A562-2D7CD4EB267F}" srcOrd="0" destOrd="0" parTransId="{B2C08319-A915-CD48-B33F-FDD500019599}" sibTransId="{C51CB5B9-AC62-7C4C-B31C-226B7E8AE5AA}"/>
    <dgm:cxn modelId="{7ACF46E3-AC2E-CC49-8859-D9AC51CADFF8}" type="presOf" srcId="{A5A5396F-3811-3844-983A-986125415CA3}" destId="{D72D4D67-4CB6-D849-A5BE-59D6A1470F06}" srcOrd="0" destOrd="0" presId="urn:microsoft.com/office/officeart/2005/8/layout/hList1"/>
    <dgm:cxn modelId="{D168D7E4-9732-3647-9CFE-3F6A1CAD9B05}" type="presOf" srcId="{A062E46F-DDCD-FB42-97E2-785000FE576E}" destId="{22F7FE52-654E-2E40-9B9C-EA06B74DBF93}" srcOrd="0" destOrd="0" presId="urn:microsoft.com/office/officeart/2005/8/layout/hList1"/>
    <dgm:cxn modelId="{97E0E7E8-7155-AA46-8B3B-3BCE35B32EB2}" srcId="{BBFD380F-9CF0-4B9C-8BA4-A511A33D80C2}" destId="{A062E46F-DDCD-FB42-97E2-785000FE576E}" srcOrd="2" destOrd="0" parTransId="{6A7D3679-27B2-C44A-9143-D7A1EDD51F99}" sibTransId="{FC24BBE6-464F-A34F-8B0C-A6DB41E88882}"/>
    <dgm:cxn modelId="{453AF73B-FB94-5E41-9657-98C5539A1F68}" type="presParOf" srcId="{E0F9E3E0-1A9F-4F85-BB67-9DF3653E0EF0}" destId="{C42D695B-3863-3C49-84A2-3D3D75329640}" srcOrd="0" destOrd="0" presId="urn:microsoft.com/office/officeart/2005/8/layout/hList1"/>
    <dgm:cxn modelId="{F0954227-E09F-794F-BC25-B0474B0DA768}" type="presParOf" srcId="{C42D695B-3863-3C49-84A2-3D3D75329640}" destId="{76E5619C-5FB0-F849-BF61-24769931DCF7}" srcOrd="0" destOrd="0" presId="urn:microsoft.com/office/officeart/2005/8/layout/hList1"/>
    <dgm:cxn modelId="{5D21516A-B6CD-5749-AC1D-49B897536CE8}" type="presParOf" srcId="{C42D695B-3863-3C49-84A2-3D3D75329640}" destId="{95333649-057D-F444-9C48-E3356C0C2F97}" srcOrd="1" destOrd="0" presId="urn:microsoft.com/office/officeart/2005/8/layout/hList1"/>
    <dgm:cxn modelId="{ACED7E28-B523-8B4D-AAF0-8843F1281150}" type="presParOf" srcId="{E0F9E3E0-1A9F-4F85-BB67-9DF3653E0EF0}" destId="{AA4EF6C9-1CA6-3E49-BD60-F2EFA5669557}" srcOrd="1" destOrd="0" presId="urn:microsoft.com/office/officeart/2005/8/layout/hList1"/>
    <dgm:cxn modelId="{2B2FCF56-24D6-6D43-B583-EFA9D8FC5545}" type="presParOf" srcId="{E0F9E3E0-1A9F-4F85-BB67-9DF3653E0EF0}" destId="{0542D994-8EE9-304F-B974-204197B564C0}" srcOrd="2" destOrd="0" presId="urn:microsoft.com/office/officeart/2005/8/layout/hList1"/>
    <dgm:cxn modelId="{57C14519-00C8-7F4B-802A-B9FF08066745}" type="presParOf" srcId="{0542D994-8EE9-304F-B974-204197B564C0}" destId="{D72D4D67-4CB6-D849-A5BE-59D6A1470F06}" srcOrd="0" destOrd="0" presId="urn:microsoft.com/office/officeart/2005/8/layout/hList1"/>
    <dgm:cxn modelId="{7F6F4BCC-F055-6647-A5F3-9B5C0B8D686E}" type="presParOf" srcId="{0542D994-8EE9-304F-B974-204197B564C0}" destId="{9BCC8156-35D7-0F47-987B-EE87C05E9003}" srcOrd="1" destOrd="0" presId="urn:microsoft.com/office/officeart/2005/8/layout/hList1"/>
    <dgm:cxn modelId="{333D7B79-0F13-4C4A-9580-8BE2176E463F}" type="presParOf" srcId="{E0F9E3E0-1A9F-4F85-BB67-9DF3653E0EF0}" destId="{5C36B4A2-0ECF-F242-9272-3CBE5EB633E8}" srcOrd="3" destOrd="0" presId="urn:microsoft.com/office/officeart/2005/8/layout/hList1"/>
    <dgm:cxn modelId="{1E8D97D1-C0AB-C346-84ED-E190FAF3A180}" type="presParOf" srcId="{E0F9E3E0-1A9F-4F85-BB67-9DF3653E0EF0}" destId="{3E62F912-E3B7-F346-BFE3-F9F7F2B30DA8}" srcOrd="4" destOrd="0" presId="urn:microsoft.com/office/officeart/2005/8/layout/hList1"/>
    <dgm:cxn modelId="{639FDC46-CDB9-5045-A43D-D8D44F46050D}" type="presParOf" srcId="{3E62F912-E3B7-F346-BFE3-F9F7F2B30DA8}" destId="{22F7FE52-654E-2E40-9B9C-EA06B74DBF93}" srcOrd="0" destOrd="0" presId="urn:microsoft.com/office/officeart/2005/8/layout/hList1"/>
    <dgm:cxn modelId="{058D4C59-C8A4-194B-9FB4-6E2A838962AF}" type="presParOf" srcId="{3E62F912-E3B7-F346-BFE3-F9F7F2B30DA8}" destId="{0585C5C8-BFEE-A543-AAC0-4592F3AB722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268F23-A819-45D9-8C7D-B764E89B3032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7C2A827-6F54-4B5B-893A-A55EC1851847}">
      <dgm:prSet phldrT="[テキスト]" custT="1"/>
      <dgm:spPr>
        <a:solidFill>
          <a:srgbClr val="C830CC"/>
        </a:solidFill>
      </dgm:spPr>
      <dgm:t>
        <a:bodyPr/>
        <a:lstStyle/>
        <a:p>
          <a:pPr>
            <a:lnSpc>
              <a:spcPct val="100000"/>
            </a:lnSpc>
          </a:pPr>
          <a:r>
            <a:rPr lang="en" altLang="ja-JP" sz="28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Know-it-all</a:t>
          </a:r>
          <a:endParaRPr lang="en-US" altLang="ja-JP" sz="2800" dirty="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  <a:p>
          <a:pPr>
            <a:lnSpc>
              <a:spcPct val="100000"/>
            </a:lnSpc>
          </a:pPr>
          <a:r>
            <a:rPr lang="ja-JP" altLang="en-US" sz="2000">
              <a:latin typeface="UD Digi Kyokasho N-R" panose="02020400000000000000" pitchFamily="49" charset="-128"/>
              <a:ea typeface="UD Digi Kyokasho N-R" panose="02020400000000000000" pitchFamily="49" charset="-128"/>
            </a:rPr>
            <a:t>万能主義</a:t>
          </a:r>
          <a:r>
            <a:rPr lang="en-US" altLang="ja-JP" sz="20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 </a:t>
          </a:r>
        </a:p>
        <a:p>
          <a:pPr>
            <a:lnSpc>
              <a:spcPct val="100000"/>
            </a:lnSpc>
          </a:pPr>
          <a:r>
            <a:rPr lang="ja-JP" altLang="en-US" sz="2000">
              <a:latin typeface="UD Digi Kyokasho N-R" panose="02020400000000000000" pitchFamily="49" charset="-128"/>
              <a:ea typeface="UD Digi Kyokasho N-R" panose="02020400000000000000" pitchFamily="49" charset="-128"/>
            </a:rPr>
            <a:t>知らない＝弱いこと</a:t>
          </a:r>
        </a:p>
        <a:p>
          <a:pPr>
            <a:lnSpc>
              <a:spcPct val="100000"/>
            </a:lnSpc>
          </a:pPr>
          <a:r>
            <a:rPr lang="ja-JP" altLang="en-US" sz="2000"/>
            <a:t>～</a:t>
          </a:r>
          <a:r>
            <a:rPr lang="en-US" altLang="ja-JP" sz="2000" dirty="0"/>
            <a:t>2013</a:t>
          </a:r>
          <a:r>
            <a:rPr lang="ja-JP" altLang="en-US" sz="2000"/>
            <a:t>年頃</a:t>
          </a:r>
          <a:endParaRPr lang="en-US" altLang="ja-JP" sz="2000" dirty="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gm:t>
    </dgm:pt>
    <dgm:pt modelId="{319FC892-5B05-40A7-ADD0-8931A98DBCAE}" type="parTrans" cxnId="{40685997-49E9-496E-97CA-0D01BC0626E5}">
      <dgm:prSet/>
      <dgm:spPr/>
      <dgm:t>
        <a:bodyPr/>
        <a:lstStyle/>
        <a:p>
          <a:endParaRPr kumimoji="1" lang="ja-JP" altLang="en-US">
            <a:latin typeface="メイリオ" panose="020B0604030504040204" pitchFamily="50" charset="-128"/>
            <a:ea typeface="メイリオ" panose="020B0604030504040204" pitchFamily="50" charset="-128"/>
            <a:cs typeface="メイリオ" panose="020B0604030504040204" pitchFamily="50" charset="-128"/>
          </a:endParaRPr>
        </a:p>
      </dgm:t>
    </dgm:pt>
    <dgm:pt modelId="{2C6D0DEC-3453-4A03-95DA-271A6A433D41}" type="sibTrans" cxnId="{40685997-49E9-496E-97CA-0D01BC0626E5}">
      <dgm:prSet/>
      <dgm:spPr/>
      <dgm:t>
        <a:bodyPr/>
        <a:lstStyle/>
        <a:p>
          <a:endParaRPr kumimoji="1" lang="ja-JP" altLang="en-US">
            <a:latin typeface="メイリオ" panose="020B0604030504040204" pitchFamily="50" charset="-128"/>
            <a:ea typeface="メイリオ" panose="020B0604030504040204" pitchFamily="50" charset="-128"/>
            <a:cs typeface="メイリオ" panose="020B0604030504040204" pitchFamily="50" charset="-128"/>
          </a:endParaRPr>
        </a:p>
      </dgm:t>
    </dgm:pt>
    <dgm:pt modelId="{C51C4445-B34B-4B3B-B30D-F13F0FBB5526}">
      <dgm:prSet phldrT="[テキスト]" custT="1"/>
      <dgm:spPr>
        <a:solidFill>
          <a:srgbClr val="4775E7"/>
        </a:solidFill>
      </dgm:spPr>
      <dgm:t>
        <a:bodyPr/>
        <a:lstStyle/>
        <a:p>
          <a:r>
            <a:rPr lang="en" altLang="ja-JP" sz="28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Learn-it-all</a:t>
          </a:r>
          <a:endParaRPr lang="en-US" altLang="ja-JP" sz="2800" dirty="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  <a:p>
          <a:r>
            <a:rPr lang="ja-JP" altLang="en-US" sz="2000">
              <a:latin typeface="UD Digi Kyokasho N-R" panose="02020400000000000000" pitchFamily="49" charset="-128"/>
              <a:ea typeface="UD Digi Kyokasho N-R" panose="02020400000000000000" pitchFamily="49" charset="-128"/>
            </a:rPr>
            <a:t>学習主義</a:t>
          </a:r>
          <a:r>
            <a:rPr lang="en-US" altLang="ja-JP" sz="20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 </a:t>
          </a:r>
        </a:p>
        <a:p>
          <a:r>
            <a:rPr lang="ja-JP" altLang="en-US" sz="2000">
              <a:latin typeface="UD Digi Kyokasho N-R" panose="02020400000000000000" pitchFamily="49" charset="-128"/>
              <a:ea typeface="UD Digi Kyokasho N-R" panose="02020400000000000000" pitchFamily="49" charset="-128"/>
            </a:rPr>
            <a:t>知らない＝学びの出発点</a:t>
          </a:r>
          <a:endParaRPr lang="en-US" altLang="ja-JP" sz="2000" dirty="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  <a:p>
          <a:r>
            <a:rPr lang="en-US" altLang="ja-JP" sz="2000" dirty="0"/>
            <a:t>2014</a:t>
          </a:r>
          <a:r>
            <a:rPr lang="ja-JP" altLang="en-US" sz="2000"/>
            <a:t>年～</a:t>
          </a:r>
          <a:endParaRPr kumimoji="1" lang="ja-JP" altLang="en-US" sz="2000" dirty="0">
            <a:latin typeface="UD Digi Kyokasho N-R" panose="02020400000000000000" pitchFamily="49" charset="-128"/>
            <a:ea typeface="UD Digi Kyokasho N-R" panose="02020400000000000000" pitchFamily="49" charset="-128"/>
            <a:cs typeface="メイリオ" panose="020B0604030504040204" pitchFamily="50" charset="-128"/>
          </a:endParaRPr>
        </a:p>
      </dgm:t>
    </dgm:pt>
    <dgm:pt modelId="{56B7CB0D-CA71-42F3-B499-80A3DB239BD2}" type="parTrans" cxnId="{5674A90D-7683-423F-BB8F-EE3E09F2A4C0}">
      <dgm:prSet/>
      <dgm:spPr/>
      <dgm:t>
        <a:bodyPr/>
        <a:lstStyle/>
        <a:p>
          <a:endParaRPr kumimoji="1" lang="ja-JP" altLang="en-US">
            <a:latin typeface="メイリオ" panose="020B0604030504040204" pitchFamily="50" charset="-128"/>
            <a:ea typeface="メイリオ" panose="020B0604030504040204" pitchFamily="50" charset="-128"/>
            <a:cs typeface="メイリオ" panose="020B0604030504040204" pitchFamily="50" charset="-128"/>
          </a:endParaRPr>
        </a:p>
      </dgm:t>
    </dgm:pt>
    <dgm:pt modelId="{1DA6A116-267C-410B-BC33-ABD627DFFE53}" type="sibTrans" cxnId="{5674A90D-7683-423F-BB8F-EE3E09F2A4C0}">
      <dgm:prSet/>
      <dgm:spPr/>
      <dgm:t>
        <a:bodyPr/>
        <a:lstStyle/>
        <a:p>
          <a:endParaRPr kumimoji="1" lang="ja-JP" altLang="en-US">
            <a:latin typeface="メイリオ" panose="020B0604030504040204" pitchFamily="50" charset="-128"/>
            <a:ea typeface="メイリオ" panose="020B0604030504040204" pitchFamily="50" charset="-128"/>
            <a:cs typeface="メイリオ" panose="020B0604030504040204" pitchFamily="50" charset="-128"/>
          </a:endParaRPr>
        </a:p>
      </dgm:t>
    </dgm:pt>
    <dgm:pt modelId="{1F84980E-B313-4C3F-9B66-F1C09BC31733}" type="pres">
      <dgm:prSet presAssocID="{1E268F23-A819-45D9-8C7D-B764E89B3032}" presName="Name0" presStyleCnt="0">
        <dgm:presLayoutVars>
          <dgm:dir/>
          <dgm:animLvl val="lvl"/>
          <dgm:resizeHandles val="exact"/>
        </dgm:presLayoutVars>
      </dgm:prSet>
      <dgm:spPr/>
    </dgm:pt>
    <dgm:pt modelId="{B4E02160-E9EF-4E9A-8865-6865E2727651}" type="pres">
      <dgm:prSet presAssocID="{07C2A827-6F54-4B5B-893A-A55EC1851847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E46620BF-9148-4178-B2B7-3921F11CCE79}" type="pres">
      <dgm:prSet presAssocID="{2C6D0DEC-3453-4A03-95DA-271A6A433D41}" presName="parTxOnlySpace" presStyleCnt="0"/>
      <dgm:spPr/>
    </dgm:pt>
    <dgm:pt modelId="{F7549554-C101-4AA9-A218-A4A9E912AD0A}" type="pres">
      <dgm:prSet presAssocID="{C51C4445-B34B-4B3B-B30D-F13F0FBB5526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5674A90D-7683-423F-BB8F-EE3E09F2A4C0}" srcId="{1E268F23-A819-45D9-8C7D-B764E89B3032}" destId="{C51C4445-B34B-4B3B-B30D-F13F0FBB5526}" srcOrd="1" destOrd="0" parTransId="{56B7CB0D-CA71-42F3-B499-80A3DB239BD2}" sibTransId="{1DA6A116-267C-410B-BC33-ABD627DFFE53}"/>
    <dgm:cxn modelId="{4FF4E337-9C2D-4F80-8476-D23D76F891F5}" type="presOf" srcId="{1E268F23-A819-45D9-8C7D-B764E89B3032}" destId="{1F84980E-B313-4C3F-9B66-F1C09BC31733}" srcOrd="0" destOrd="0" presId="urn:microsoft.com/office/officeart/2005/8/layout/chevron1"/>
    <dgm:cxn modelId="{5E12EE58-1C75-4049-97E4-472016B95BA7}" type="presOf" srcId="{C51C4445-B34B-4B3B-B30D-F13F0FBB5526}" destId="{F7549554-C101-4AA9-A218-A4A9E912AD0A}" srcOrd="0" destOrd="0" presId="urn:microsoft.com/office/officeart/2005/8/layout/chevron1"/>
    <dgm:cxn modelId="{40685997-49E9-496E-97CA-0D01BC0626E5}" srcId="{1E268F23-A819-45D9-8C7D-B764E89B3032}" destId="{07C2A827-6F54-4B5B-893A-A55EC1851847}" srcOrd="0" destOrd="0" parTransId="{319FC892-5B05-40A7-ADD0-8931A98DBCAE}" sibTransId="{2C6D0DEC-3453-4A03-95DA-271A6A433D41}"/>
    <dgm:cxn modelId="{CC4048F6-7CBD-4747-8C87-84D9DB9AA817}" type="presOf" srcId="{07C2A827-6F54-4B5B-893A-A55EC1851847}" destId="{B4E02160-E9EF-4E9A-8865-6865E2727651}" srcOrd="0" destOrd="0" presId="urn:microsoft.com/office/officeart/2005/8/layout/chevron1"/>
    <dgm:cxn modelId="{A4F88086-63AB-4F9F-987A-A267CF5DBD77}" type="presParOf" srcId="{1F84980E-B313-4C3F-9B66-F1C09BC31733}" destId="{B4E02160-E9EF-4E9A-8865-6865E2727651}" srcOrd="0" destOrd="0" presId="urn:microsoft.com/office/officeart/2005/8/layout/chevron1"/>
    <dgm:cxn modelId="{01FAE484-16D4-4D31-BA66-03E642D43927}" type="presParOf" srcId="{1F84980E-B313-4C3F-9B66-F1C09BC31733}" destId="{E46620BF-9148-4178-B2B7-3921F11CCE79}" srcOrd="1" destOrd="0" presId="urn:microsoft.com/office/officeart/2005/8/layout/chevron1"/>
    <dgm:cxn modelId="{36046A62-9F2A-44B5-A646-A9BE6D55E863}" type="presParOf" srcId="{1F84980E-B313-4C3F-9B66-F1C09BC31733}" destId="{F7549554-C101-4AA9-A218-A4A9E912AD0A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268F23-A819-45D9-8C7D-B764E89B3032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7C2A827-6F54-4B5B-893A-A55EC1851847}">
      <dgm:prSet phldrT="[テキスト]" custT="1"/>
      <dgm:spPr>
        <a:solidFill>
          <a:srgbClr val="C830CC"/>
        </a:solidFill>
      </dgm:spPr>
      <dgm:t>
        <a:bodyPr/>
        <a:lstStyle/>
        <a:p>
          <a:pPr>
            <a:lnSpc>
              <a:spcPct val="100000"/>
            </a:lnSpc>
          </a:pPr>
          <a:r>
            <a:rPr lang="en" sz="24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Windows </a:t>
          </a:r>
          <a:r>
            <a:rPr lang="ja-JP" altLang="en-US" sz="2400">
              <a:latin typeface="UD Digi Kyokasho N-R" panose="02020400000000000000" pitchFamily="49" charset="-128"/>
              <a:ea typeface="UD Digi Kyokasho N-R" panose="02020400000000000000" pitchFamily="49" charset="-128"/>
            </a:rPr>
            <a:t>ファースト</a:t>
          </a:r>
          <a:endParaRPr lang="en-US" altLang="ja-JP" sz="2400" dirty="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  <a:p>
          <a:pPr>
            <a:lnSpc>
              <a:spcPct val="100000"/>
            </a:lnSpc>
          </a:pPr>
          <a:r>
            <a:rPr lang="ja-JP" altLang="en-US" sz="2000">
              <a:latin typeface="UD Digi Kyokasho N-R" panose="02020400000000000000" pitchFamily="49" charset="-128"/>
              <a:ea typeface="UD Digi Kyokasho N-R" panose="02020400000000000000" pitchFamily="49" charset="-128"/>
            </a:rPr>
            <a:t>～</a:t>
          </a:r>
          <a:r>
            <a:rPr lang="en-US" altLang="ja-JP" sz="20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2010</a:t>
          </a:r>
          <a:r>
            <a:rPr lang="ja-JP" altLang="en-US" sz="2000">
              <a:latin typeface="UD Digi Kyokasho N-R" panose="02020400000000000000" pitchFamily="49" charset="-128"/>
              <a:ea typeface="UD Digi Kyokasho N-R" panose="02020400000000000000" pitchFamily="49" charset="-128"/>
            </a:rPr>
            <a:t>年代前半</a:t>
          </a:r>
          <a:endParaRPr lang="en-US" altLang="ja-JP" sz="2000" dirty="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gm:t>
    </dgm:pt>
    <dgm:pt modelId="{319FC892-5B05-40A7-ADD0-8931A98DBCAE}" type="parTrans" cxnId="{40685997-49E9-496E-97CA-0D01BC0626E5}">
      <dgm:prSet/>
      <dgm:spPr/>
      <dgm:t>
        <a:bodyPr/>
        <a:lstStyle/>
        <a:p>
          <a:endParaRPr kumimoji="1" lang="ja-JP" altLang="en-US">
            <a:latin typeface="メイリオ" panose="020B0604030504040204" pitchFamily="50" charset="-128"/>
            <a:ea typeface="メイリオ" panose="020B0604030504040204" pitchFamily="50" charset="-128"/>
            <a:cs typeface="メイリオ" panose="020B0604030504040204" pitchFamily="50" charset="-128"/>
          </a:endParaRPr>
        </a:p>
      </dgm:t>
    </dgm:pt>
    <dgm:pt modelId="{2C6D0DEC-3453-4A03-95DA-271A6A433D41}" type="sibTrans" cxnId="{40685997-49E9-496E-97CA-0D01BC0626E5}">
      <dgm:prSet/>
      <dgm:spPr/>
      <dgm:t>
        <a:bodyPr/>
        <a:lstStyle/>
        <a:p>
          <a:endParaRPr kumimoji="1" lang="ja-JP" altLang="en-US">
            <a:latin typeface="メイリオ" panose="020B0604030504040204" pitchFamily="50" charset="-128"/>
            <a:ea typeface="メイリオ" panose="020B0604030504040204" pitchFamily="50" charset="-128"/>
            <a:cs typeface="メイリオ" panose="020B0604030504040204" pitchFamily="50" charset="-128"/>
          </a:endParaRPr>
        </a:p>
      </dgm:t>
    </dgm:pt>
    <dgm:pt modelId="{C51C4445-B34B-4B3B-B30D-F13F0FBB5526}">
      <dgm:prSet phldrT="[テキスト]" custT="1"/>
      <dgm:spPr>
        <a:solidFill>
          <a:srgbClr val="4775E7"/>
        </a:solidFill>
      </dgm:spPr>
      <dgm:t>
        <a:bodyPr/>
        <a:lstStyle/>
        <a:p>
          <a:r>
            <a:rPr kumimoji="1" lang="ja-JP" altLang="en-US" sz="2300">
              <a:latin typeface="UD Digi Kyokasho N-R" panose="02020400000000000000" pitchFamily="49" charset="-128"/>
              <a:ea typeface="UD Digi Kyokasho N-R" panose="02020400000000000000" pitchFamily="49" charset="-128"/>
              <a:cs typeface="メイリオ" panose="020B0604030504040204" pitchFamily="50" charset="-128"/>
            </a:rPr>
            <a:t>モバイル</a:t>
          </a:r>
          <a:r>
            <a:rPr kumimoji="1" lang="en-US" altLang="ja-JP" sz="2300" dirty="0">
              <a:latin typeface="UD Digi Kyokasho N-R" panose="02020400000000000000" pitchFamily="49" charset="-128"/>
              <a:ea typeface="UD Digi Kyokasho N-R" panose="02020400000000000000" pitchFamily="49" charset="-128"/>
              <a:cs typeface="メイリオ" panose="020B0604030504040204" pitchFamily="50" charset="-128"/>
            </a:rPr>
            <a:t>/</a:t>
          </a:r>
          <a:r>
            <a:rPr kumimoji="1" lang="ja-JP" altLang="en-US" sz="2300">
              <a:latin typeface="UD Digi Kyokasho N-R" panose="02020400000000000000" pitchFamily="49" charset="-128"/>
              <a:ea typeface="UD Digi Kyokasho N-R" panose="02020400000000000000" pitchFamily="49" charset="-128"/>
              <a:cs typeface="メイリオ" panose="020B0604030504040204" pitchFamily="50" charset="-128"/>
            </a:rPr>
            <a:t>クラウドファースト</a:t>
          </a:r>
          <a:endParaRPr kumimoji="1" lang="en-US" altLang="ja-JP" sz="2300" dirty="0">
            <a:latin typeface="UD Digi Kyokasho N-R" panose="02020400000000000000" pitchFamily="49" charset="-128"/>
            <a:ea typeface="UD Digi Kyokasho N-R" panose="02020400000000000000" pitchFamily="49" charset="-128"/>
            <a:cs typeface="メイリオ" panose="020B0604030504040204" pitchFamily="50" charset="-128"/>
          </a:endParaRPr>
        </a:p>
        <a:p>
          <a:r>
            <a:rPr lang="en-US" altLang="ja-JP" sz="20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2014</a:t>
          </a:r>
          <a:r>
            <a:rPr lang="ja-JP" altLang="en-US" sz="2000">
              <a:latin typeface="UD Digi Kyokasho N-R" panose="02020400000000000000" pitchFamily="49" charset="-128"/>
              <a:ea typeface="UD Digi Kyokasho N-R" panose="02020400000000000000" pitchFamily="49" charset="-128"/>
            </a:rPr>
            <a:t>年頃</a:t>
          </a:r>
          <a:r>
            <a:rPr lang="en-US" altLang="ja-JP" sz="20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〜</a:t>
          </a:r>
          <a:endParaRPr kumimoji="1" lang="ja-JP" altLang="en-US" sz="2000" dirty="0">
            <a:latin typeface="UD Digi Kyokasho N-R" panose="02020400000000000000" pitchFamily="49" charset="-128"/>
            <a:ea typeface="UD Digi Kyokasho N-R" panose="02020400000000000000" pitchFamily="49" charset="-128"/>
            <a:cs typeface="メイリオ" panose="020B0604030504040204" pitchFamily="50" charset="-128"/>
          </a:endParaRPr>
        </a:p>
      </dgm:t>
    </dgm:pt>
    <dgm:pt modelId="{56B7CB0D-CA71-42F3-B499-80A3DB239BD2}" type="parTrans" cxnId="{5674A90D-7683-423F-BB8F-EE3E09F2A4C0}">
      <dgm:prSet/>
      <dgm:spPr/>
      <dgm:t>
        <a:bodyPr/>
        <a:lstStyle/>
        <a:p>
          <a:endParaRPr kumimoji="1" lang="ja-JP" altLang="en-US">
            <a:latin typeface="メイリオ" panose="020B0604030504040204" pitchFamily="50" charset="-128"/>
            <a:ea typeface="メイリオ" panose="020B0604030504040204" pitchFamily="50" charset="-128"/>
            <a:cs typeface="メイリオ" panose="020B0604030504040204" pitchFamily="50" charset="-128"/>
          </a:endParaRPr>
        </a:p>
      </dgm:t>
    </dgm:pt>
    <dgm:pt modelId="{1DA6A116-267C-410B-BC33-ABD627DFFE53}" type="sibTrans" cxnId="{5674A90D-7683-423F-BB8F-EE3E09F2A4C0}">
      <dgm:prSet/>
      <dgm:spPr/>
      <dgm:t>
        <a:bodyPr/>
        <a:lstStyle/>
        <a:p>
          <a:endParaRPr kumimoji="1" lang="ja-JP" altLang="en-US">
            <a:latin typeface="メイリオ" panose="020B0604030504040204" pitchFamily="50" charset="-128"/>
            <a:ea typeface="メイリオ" panose="020B0604030504040204" pitchFamily="50" charset="-128"/>
            <a:cs typeface="メイリオ" panose="020B0604030504040204" pitchFamily="50" charset="-128"/>
          </a:endParaRPr>
        </a:p>
      </dgm:t>
    </dgm:pt>
    <dgm:pt modelId="{90A10B21-FBBD-3747-B4B8-BBB0C165205D}">
      <dgm:prSet custT="1"/>
      <dgm:spPr/>
      <dgm:t>
        <a:bodyPr/>
        <a:lstStyle/>
        <a:p>
          <a:pPr>
            <a:buNone/>
          </a:pPr>
          <a:r>
            <a:rPr lang="en" sz="27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AI</a:t>
          </a:r>
          <a:r>
            <a:rPr lang="ja-JP" altLang="en-US" sz="2700">
              <a:latin typeface="UD Digi Kyokasho N-R" panose="02020400000000000000" pitchFamily="49" charset="-128"/>
              <a:ea typeface="UD Digi Kyokasho N-R" panose="02020400000000000000" pitchFamily="49" charset="-128"/>
            </a:rPr>
            <a:t>ファースト</a:t>
          </a:r>
          <a:endParaRPr lang="en-US" altLang="ja-JP" sz="2700" dirty="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  <a:p>
          <a:pPr>
            <a:buNone/>
          </a:pPr>
          <a:r>
            <a:rPr lang="en-US" altLang="ja-JP" sz="20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2023</a:t>
          </a:r>
          <a:r>
            <a:rPr lang="ja-JP" altLang="en-US" sz="2000">
              <a:latin typeface="UD Digi Kyokasho N-R" panose="02020400000000000000" pitchFamily="49" charset="-128"/>
              <a:ea typeface="UD Digi Kyokasho N-R" panose="02020400000000000000" pitchFamily="49" charset="-128"/>
            </a:rPr>
            <a:t>年頃</a:t>
          </a:r>
          <a:r>
            <a:rPr lang="en-US" altLang="ja-JP" sz="20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〜</a:t>
          </a:r>
          <a:endParaRPr lang="ja-JP" altLang="en-US" sz="200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gm:t>
    </dgm:pt>
    <dgm:pt modelId="{48AC7A51-B0F1-4E43-81A9-59B47A1601FD}" type="parTrans" cxnId="{BACD66CA-AFE9-C24A-AB7B-6899AAC6BC38}">
      <dgm:prSet/>
      <dgm:spPr/>
      <dgm:t>
        <a:bodyPr/>
        <a:lstStyle/>
        <a:p>
          <a:endParaRPr kumimoji="1" lang="ja-JP" altLang="en-US"/>
        </a:p>
      </dgm:t>
    </dgm:pt>
    <dgm:pt modelId="{EA642CB4-C1A7-A34D-9E4B-83F17E02E24C}" type="sibTrans" cxnId="{BACD66CA-AFE9-C24A-AB7B-6899AAC6BC38}">
      <dgm:prSet/>
      <dgm:spPr/>
      <dgm:t>
        <a:bodyPr/>
        <a:lstStyle/>
        <a:p>
          <a:endParaRPr kumimoji="1" lang="ja-JP" altLang="en-US"/>
        </a:p>
      </dgm:t>
    </dgm:pt>
    <dgm:pt modelId="{1F84980E-B313-4C3F-9B66-F1C09BC31733}" type="pres">
      <dgm:prSet presAssocID="{1E268F23-A819-45D9-8C7D-B764E89B3032}" presName="Name0" presStyleCnt="0">
        <dgm:presLayoutVars>
          <dgm:dir/>
          <dgm:animLvl val="lvl"/>
          <dgm:resizeHandles val="exact"/>
        </dgm:presLayoutVars>
      </dgm:prSet>
      <dgm:spPr/>
    </dgm:pt>
    <dgm:pt modelId="{B4E02160-E9EF-4E9A-8865-6865E2727651}" type="pres">
      <dgm:prSet presAssocID="{07C2A827-6F54-4B5B-893A-A55EC1851847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46620BF-9148-4178-B2B7-3921F11CCE79}" type="pres">
      <dgm:prSet presAssocID="{2C6D0DEC-3453-4A03-95DA-271A6A433D41}" presName="parTxOnlySpace" presStyleCnt="0"/>
      <dgm:spPr/>
    </dgm:pt>
    <dgm:pt modelId="{F7549554-C101-4AA9-A218-A4A9E912AD0A}" type="pres">
      <dgm:prSet presAssocID="{C51C4445-B34B-4B3B-B30D-F13F0FBB5526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A73516EF-D8A7-2647-8A88-FDA3B933050B}" type="pres">
      <dgm:prSet presAssocID="{1DA6A116-267C-410B-BC33-ABD627DFFE53}" presName="parTxOnlySpace" presStyleCnt="0"/>
      <dgm:spPr/>
    </dgm:pt>
    <dgm:pt modelId="{7EFB1383-952A-0B4D-B2D9-93885F1F83DA}" type="pres">
      <dgm:prSet presAssocID="{90A10B21-FBBD-3747-B4B8-BBB0C165205D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5674A90D-7683-423F-BB8F-EE3E09F2A4C0}" srcId="{1E268F23-A819-45D9-8C7D-B764E89B3032}" destId="{C51C4445-B34B-4B3B-B30D-F13F0FBB5526}" srcOrd="1" destOrd="0" parTransId="{56B7CB0D-CA71-42F3-B499-80A3DB239BD2}" sibTransId="{1DA6A116-267C-410B-BC33-ABD627DFFE53}"/>
    <dgm:cxn modelId="{4FF4E337-9C2D-4F80-8476-D23D76F891F5}" type="presOf" srcId="{1E268F23-A819-45D9-8C7D-B764E89B3032}" destId="{1F84980E-B313-4C3F-9B66-F1C09BC31733}" srcOrd="0" destOrd="0" presId="urn:microsoft.com/office/officeart/2005/8/layout/chevron1"/>
    <dgm:cxn modelId="{5E12EE58-1C75-4049-97E4-472016B95BA7}" type="presOf" srcId="{C51C4445-B34B-4B3B-B30D-F13F0FBB5526}" destId="{F7549554-C101-4AA9-A218-A4A9E912AD0A}" srcOrd="0" destOrd="0" presId="urn:microsoft.com/office/officeart/2005/8/layout/chevron1"/>
    <dgm:cxn modelId="{40685997-49E9-496E-97CA-0D01BC0626E5}" srcId="{1E268F23-A819-45D9-8C7D-B764E89B3032}" destId="{07C2A827-6F54-4B5B-893A-A55EC1851847}" srcOrd="0" destOrd="0" parTransId="{319FC892-5B05-40A7-ADD0-8931A98DBCAE}" sibTransId="{2C6D0DEC-3453-4A03-95DA-271A6A433D41}"/>
    <dgm:cxn modelId="{BACD66CA-AFE9-C24A-AB7B-6899AAC6BC38}" srcId="{1E268F23-A819-45D9-8C7D-B764E89B3032}" destId="{90A10B21-FBBD-3747-B4B8-BBB0C165205D}" srcOrd="2" destOrd="0" parTransId="{48AC7A51-B0F1-4E43-81A9-59B47A1601FD}" sibTransId="{EA642CB4-C1A7-A34D-9E4B-83F17E02E24C}"/>
    <dgm:cxn modelId="{B07B21DB-19F5-2148-A3B1-DDD191A6B595}" type="presOf" srcId="{90A10B21-FBBD-3747-B4B8-BBB0C165205D}" destId="{7EFB1383-952A-0B4D-B2D9-93885F1F83DA}" srcOrd="0" destOrd="0" presId="urn:microsoft.com/office/officeart/2005/8/layout/chevron1"/>
    <dgm:cxn modelId="{CC4048F6-7CBD-4747-8C87-84D9DB9AA817}" type="presOf" srcId="{07C2A827-6F54-4B5B-893A-A55EC1851847}" destId="{B4E02160-E9EF-4E9A-8865-6865E2727651}" srcOrd="0" destOrd="0" presId="urn:microsoft.com/office/officeart/2005/8/layout/chevron1"/>
    <dgm:cxn modelId="{A4F88086-63AB-4F9F-987A-A267CF5DBD77}" type="presParOf" srcId="{1F84980E-B313-4C3F-9B66-F1C09BC31733}" destId="{B4E02160-E9EF-4E9A-8865-6865E2727651}" srcOrd="0" destOrd="0" presId="urn:microsoft.com/office/officeart/2005/8/layout/chevron1"/>
    <dgm:cxn modelId="{01FAE484-16D4-4D31-BA66-03E642D43927}" type="presParOf" srcId="{1F84980E-B313-4C3F-9B66-F1C09BC31733}" destId="{E46620BF-9148-4178-B2B7-3921F11CCE79}" srcOrd="1" destOrd="0" presId="urn:microsoft.com/office/officeart/2005/8/layout/chevron1"/>
    <dgm:cxn modelId="{36046A62-9F2A-44B5-A646-A9BE6D55E863}" type="presParOf" srcId="{1F84980E-B313-4C3F-9B66-F1C09BC31733}" destId="{F7549554-C101-4AA9-A218-A4A9E912AD0A}" srcOrd="2" destOrd="0" presId="urn:microsoft.com/office/officeart/2005/8/layout/chevron1"/>
    <dgm:cxn modelId="{075E80EB-0E20-E041-A07A-EBE64A400399}" type="presParOf" srcId="{1F84980E-B313-4C3F-9B66-F1C09BC31733}" destId="{A73516EF-D8A7-2647-8A88-FDA3B933050B}" srcOrd="3" destOrd="0" presId="urn:microsoft.com/office/officeart/2005/8/layout/chevron1"/>
    <dgm:cxn modelId="{1399DF73-15CE-8F46-8FED-D42A301D6B37}" type="presParOf" srcId="{1F84980E-B313-4C3F-9B66-F1C09BC31733}" destId="{7EFB1383-952A-0B4D-B2D9-93885F1F83D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BFD380F-9CF0-4B9C-8BA4-A511A33D80C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6F32130B-17B5-0848-9F04-6285FC8F6DA0}">
      <dgm:prSet/>
      <dgm:spPr/>
      <dgm:t>
        <a:bodyPr/>
        <a:lstStyle/>
        <a:p>
          <a:r>
            <a:rPr kumimoji="1" lang="en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IaaS</a:t>
          </a:r>
          <a:endParaRPr lang="ja-JP" altLang="en-US"/>
        </a:p>
      </dgm:t>
    </dgm:pt>
    <dgm:pt modelId="{C76AFC7D-1950-2247-9C4A-40F7F4A421F7}" type="parTrans" cxnId="{90413E27-739F-C046-9579-E19E0C2354E8}">
      <dgm:prSet/>
      <dgm:spPr/>
      <dgm:t>
        <a:bodyPr/>
        <a:lstStyle/>
        <a:p>
          <a:endParaRPr kumimoji="1" lang="ja-JP" altLang="en-US"/>
        </a:p>
      </dgm:t>
    </dgm:pt>
    <dgm:pt modelId="{B9837F65-133E-644C-BD4C-B765A95F54E9}" type="sibTrans" cxnId="{90413E27-739F-C046-9579-E19E0C2354E8}">
      <dgm:prSet/>
      <dgm:spPr/>
      <dgm:t>
        <a:bodyPr/>
        <a:lstStyle/>
        <a:p>
          <a:endParaRPr kumimoji="1" lang="ja-JP" altLang="en-US"/>
        </a:p>
      </dgm:t>
    </dgm:pt>
    <dgm:pt modelId="{A5A5396F-3811-3844-983A-986125415CA3}">
      <dgm:prSet/>
      <dgm:spPr/>
      <dgm:t>
        <a:bodyPr/>
        <a:lstStyle/>
        <a:p>
          <a:r>
            <a:rPr kumimoji="1" lang="en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PaaS</a:t>
          </a:r>
          <a:endParaRPr lang="ja-JP" altLang="en-US"/>
        </a:p>
      </dgm:t>
    </dgm:pt>
    <dgm:pt modelId="{FCDB823A-EB86-E147-A23B-83D8C13E0196}" type="parTrans" cxnId="{A2624A50-8787-6346-8CF6-8694C62C70AA}">
      <dgm:prSet/>
      <dgm:spPr/>
      <dgm:t>
        <a:bodyPr/>
        <a:lstStyle/>
        <a:p>
          <a:endParaRPr kumimoji="1" lang="ja-JP" altLang="en-US"/>
        </a:p>
      </dgm:t>
    </dgm:pt>
    <dgm:pt modelId="{0452FAA8-B45F-AA46-BE26-25E48C22D713}" type="sibTrans" cxnId="{A2624A50-8787-6346-8CF6-8694C62C70AA}">
      <dgm:prSet/>
      <dgm:spPr/>
      <dgm:t>
        <a:bodyPr/>
        <a:lstStyle/>
        <a:p>
          <a:endParaRPr kumimoji="1" lang="ja-JP" altLang="en-US"/>
        </a:p>
      </dgm:t>
    </dgm:pt>
    <dgm:pt modelId="{A062E46F-DDCD-FB42-97E2-785000FE576E}">
      <dgm:prSet/>
      <dgm:spPr/>
      <dgm:t>
        <a:bodyPr/>
        <a:lstStyle/>
        <a:p>
          <a:r>
            <a:rPr kumimoji="1" lang="en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SaaS</a:t>
          </a:r>
          <a:endParaRPr lang="ja-JP" altLang="en-US"/>
        </a:p>
      </dgm:t>
    </dgm:pt>
    <dgm:pt modelId="{6A7D3679-27B2-C44A-9143-D7A1EDD51F99}" type="parTrans" cxnId="{97E0E7E8-7155-AA46-8B3B-3BCE35B32EB2}">
      <dgm:prSet/>
      <dgm:spPr/>
      <dgm:t>
        <a:bodyPr/>
        <a:lstStyle/>
        <a:p>
          <a:endParaRPr kumimoji="1" lang="ja-JP" altLang="en-US"/>
        </a:p>
      </dgm:t>
    </dgm:pt>
    <dgm:pt modelId="{FC24BBE6-464F-A34F-8B0C-A6DB41E88882}" type="sibTrans" cxnId="{97E0E7E8-7155-AA46-8B3B-3BCE35B32EB2}">
      <dgm:prSet/>
      <dgm:spPr/>
      <dgm:t>
        <a:bodyPr/>
        <a:lstStyle/>
        <a:p>
          <a:endParaRPr kumimoji="1" lang="ja-JP" altLang="en-US"/>
        </a:p>
      </dgm:t>
    </dgm:pt>
    <dgm:pt modelId="{733A3F6F-9B80-C047-A562-2D7CD4EB267F}">
      <dgm:prSet custT="1"/>
      <dgm:spPr/>
      <dgm:t>
        <a:bodyPr/>
        <a:lstStyle/>
        <a:p>
          <a:pPr>
            <a:buFontTx/>
            <a:buNone/>
          </a:pPr>
          <a:r>
            <a:rPr kumimoji="1" lang="en" altLang="ja-JP" sz="1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Platform as a Service</a:t>
          </a:r>
          <a:br>
            <a:rPr lang="en-US" altLang="ja-JP" sz="24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br>
            <a:rPr lang="en-US" altLang="ja-JP" sz="24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r>
            <a:rPr kumimoji="1" lang="ja-JP" altLang="en-US" sz="24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アプリケーション実行基盤の提供
・</a:t>
          </a:r>
          <a:r>
            <a:rPr kumimoji="1" lang="e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OS
</a:t>
          </a:r>
          <a:r>
            <a:rPr kumimoji="1" lang="ja-JP" altLang="en-US" sz="24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・ミドルウェア
・ランタイム</a:t>
          </a:r>
          <a:endParaRPr kumimoji="1" lang="ja-JP" altLang="en-US" sz="24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B2C08319-A915-CD48-B33F-FDD500019599}" type="parTrans" cxnId="{75AC35B5-7C33-6A48-BD1E-B498412796D2}">
      <dgm:prSet/>
      <dgm:spPr/>
      <dgm:t>
        <a:bodyPr/>
        <a:lstStyle/>
        <a:p>
          <a:endParaRPr kumimoji="1" lang="ja-JP" altLang="en-US"/>
        </a:p>
      </dgm:t>
    </dgm:pt>
    <dgm:pt modelId="{C51CB5B9-AC62-7C4C-B31C-226B7E8AE5AA}" type="sibTrans" cxnId="{75AC35B5-7C33-6A48-BD1E-B498412796D2}">
      <dgm:prSet/>
      <dgm:spPr/>
      <dgm:t>
        <a:bodyPr/>
        <a:lstStyle/>
        <a:p>
          <a:endParaRPr kumimoji="1" lang="ja-JP" altLang="en-US"/>
        </a:p>
      </dgm:t>
    </dgm:pt>
    <dgm:pt modelId="{D832E75D-CB1B-0041-8772-D071680AD0D6}">
      <dgm:prSet custT="1"/>
      <dgm:spPr/>
      <dgm:t>
        <a:bodyPr/>
        <a:lstStyle/>
        <a:p>
          <a:pPr>
            <a:buFontTx/>
            <a:buNone/>
          </a:pPr>
          <a:r>
            <a:rPr kumimoji="1" lang="e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Software as a Service</a:t>
          </a:r>
          <a:endParaRPr kumimoji="1" lang="ja-JP" altLang="en-US" sz="2400">
            <a:solidFill>
              <a:schemeClr val="tx1">
                <a:lumMod val="75000"/>
                <a:lumOff val="25000"/>
              </a:schemeClr>
            </a:solidFill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gm:t>
    </dgm:pt>
    <dgm:pt modelId="{FE8A5EC5-399E-944D-B976-70EAC9D77C17}" type="parTrans" cxnId="{93186A25-765E-424F-8D89-2788F74DEE8F}">
      <dgm:prSet/>
      <dgm:spPr/>
      <dgm:t>
        <a:bodyPr/>
        <a:lstStyle/>
        <a:p>
          <a:endParaRPr kumimoji="1" lang="ja-JP" altLang="en-US"/>
        </a:p>
      </dgm:t>
    </dgm:pt>
    <dgm:pt modelId="{2DDF7568-376F-D848-A94E-FB49260898EC}" type="sibTrans" cxnId="{93186A25-765E-424F-8D89-2788F74DEE8F}">
      <dgm:prSet/>
      <dgm:spPr/>
      <dgm:t>
        <a:bodyPr/>
        <a:lstStyle/>
        <a:p>
          <a:endParaRPr kumimoji="1" lang="ja-JP" altLang="en-US"/>
        </a:p>
      </dgm:t>
    </dgm:pt>
    <dgm:pt modelId="{B19789C5-CD40-7242-A73B-7EA2CC031D39}">
      <dgm:prSet custT="1"/>
      <dgm:spPr/>
      <dgm:t>
        <a:bodyPr/>
        <a:lstStyle/>
        <a:p>
          <a:pPr>
            <a:buFontTx/>
            <a:buNone/>
          </a:pPr>
          <a:r>
            <a:rPr kumimoji="1" lang="en" altLang="en-US" sz="17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Infrastructure as a Service</a:t>
          </a:r>
          <a:endParaRPr kumimoji="1" lang="ja-JP" altLang="en-US" sz="1700">
            <a:solidFill>
              <a:schemeClr val="tx1">
                <a:lumMod val="75000"/>
                <a:lumOff val="25000"/>
              </a:schemeClr>
            </a:solidFill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gm:t>
    </dgm:pt>
    <dgm:pt modelId="{028B2AA2-C5A8-C843-B994-6354EAA410D6}" type="parTrans" cxnId="{130F0953-6A4E-084C-A910-41637C12AE87}">
      <dgm:prSet/>
      <dgm:spPr/>
      <dgm:t>
        <a:bodyPr/>
        <a:lstStyle/>
        <a:p>
          <a:endParaRPr kumimoji="1" lang="ja-JP" altLang="en-US"/>
        </a:p>
      </dgm:t>
    </dgm:pt>
    <dgm:pt modelId="{CF2CE99D-A6E7-DF49-ADF5-1C292B7BBF63}" type="sibTrans" cxnId="{130F0953-6A4E-084C-A910-41637C12AE87}">
      <dgm:prSet/>
      <dgm:spPr/>
      <dgm:t>
        <a:bodyPr/>
        <a:lstStyle/>
        <a:p>
          <a:endParaRPr kumimoji="1" lang="ja-JP" altLang="en-US"/>
        </a:p>
      </dgm:t>
    </dgm:pt>
    <dgm:pt modelId="{43B2F861-8336-5A46-8953-A72C238F0F43}">
      <dgm:prSet custT="1"/>
      <dgm:spPr/>
      <dgm:t>
        <a:bodyPr/>
        <a:lstStyle/>
        <a:p>
          <a:pPr>
            <a:buFontTx/>
            <a:buNone/>
          </a:pPr>
          <a:r>
            <a:rPr kumimoji="1" lang="ja-JP" altLang="en-US" sz="24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インフラ基盤の提供</a:t>
          </a:r>
        </a:p>
      </dgm:t>
    </dgm:pt>
    <dgm:pt modelId="{AB8D8CC1-612C-A649-99D9-2FD18AFAD83C}" type="parTrans" cxnId="{535B4B9B-970F-E349-8BD0-497919D3FCC8}">
      <dgm:prSet/>
      <dgm:spPr/>
      <dgm:t>
        <a:bodyPr/>
        <a:lstStyle/>
        <a:p>
          <a:endParaRPr kumimoji="1" lang="ja-JP" altLang="en-US"/>
        </a:p>
      </dgm:t>
    </dgm:pt>
    <dgm:pt modelId="{388E5963-2C96-FE43-B08B-3A1ACE5C9477}" type="sibTrans" cxnId="{535B4B9B-970F-E349-8BD0-497919D3FCC8}">
      <dgm:prSet/>
      <dgm:spPr/>
      <dgm:t>
        <a:bodyPr/>
        <a:lstStyle/>
        <a:p>
          <a:endParaRPr kumimoji="1" lang="ja-JP" altLang="en-US"/>
        </a:p>
      </dgm:t>
    </dgm:pt>
    <dgm:pt modelId="{1B2D7242-8BB5-2B40-B854-D5B61FB981B4}">
      <dgm:prSet custT="1"/>
      <dgm:spPr/>
      <dgm:t>
        <a:bodyPr/>
        <a:lstStyle/>
        <a:p>
          <a:pPr>
            <a:buFontTx/>
            <a:buNone/>
          </a:pPr>
          <a:endParaRPr kumimoji="1" lang="ja-JP" altLang="en-US" sz="2400">
            <a:solidFill>
              <a:schemeClr val="tx1">
                <a:lumMod val="75000"/>
                <a:lumOff val="25000"/>
              </a:schemeClr>
            </a:solidFill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gm:t>
    </dgm:pt>
    <dgm:pt modelId="{D163F96C-86DE-A34B-B4CE-8E061460450A}" type="parTrans" cxnId="{89EC2A92-123E-CE4B-BCAF-ECB7302A627A}">
      <dgm:prSet/>
      <dgm:spPr/>
      <dgm:t>
        <a:bodyPr/>
        <a:lstStyle/>
        <a:p>
          <a:endParaRPr kumimoji="1" lang="ja-JP" altLang="en-US"/>
        </a:p>
      </dgm:t>
    </dgm:pt>
    <dgm:pt modelId="{5E62BDB9-6488-934D-95B7-E016D278884E}" type="sibTrans" cxnId="{89EC2A92-123E-CE4B-BCAF-ECB7302A627A}">
      <dgm:prSet/>
      <dgm:spPr/>
      <dgm:t>
        <a:bodyPr/>
        <a:lstStyle/>
        <a:p>
          <a:endParaRPr kumimoji="1" lang="ja-JP" altLang="en-US"/>
        </a:p>
      </dgm:t>
    </dgm:pt>
    <dgm:pt modelId="{0242E1E1-622B-274C-A59D-100A93701BDF}">
      <dgm:prSet custT="1"/>
      <dgm:spPr/>
      <dgm:t>
        <a:bodyPr/>
        <a:lstStyle/>
        <a:p>
          <a:pPr>
            <a:buFontTx/>
            <a:buNone/>
          </a:pPr>
          <a:r>
            <a:rPr kumimoji="1" lang="ja-JP" altLang="en-US" sz="24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・サーバー</a:t>
          </a:r>
        </a:p>
      </dgm:t>
    </dgm:pt>
    <dgm:pt modelId="{84990590-0B78-5E4E-A41B-8EE4F584D646}" type="parTrans" cxnId="{6D0DB035-3904-194C-9CFD-A648D584B0C7}">
      <dgm:prSet/>
      <dgm:spPr/>
      <dgm:t>
        <a:bodyPr/>
        <a:lstStyle/>
        <a:p>
          <a:endParaRPr kumimoji="1" lang="ja-JP" altLang="en-US"/>
        </a:p>
      </dgm:t>
    </dgm:pt>
    <dgm:pt modelId="{5270E1EB-553B-B243-8D34-938F0381BEE4}" type="sibTrans" cxnId="{6D0DB035-3904-194C-9CFD-A648D584B0C7}">
      <dgm:prSet/>
      <dgm:spPr/>
      <dgm:t>
        <a:bodyPr/>
        <a:lstStyle/>
        <a:p>
          <a:endParaRPr kumimoji="1" lang="ja-JP" altLang="en-US"/>
        </a:p>
      </dgm:t>
    </dgm:pt>
    <dgm:pt modelId="{E733FA77-86A3-5C4E-B025-E443A65B526B}">
      <dgm:prSet custT="1"/>
      <dgm:spPr/>
      <dgm:t>
        <a:bodyPr/>
        <a:lstStyle/>
        <a:p>
          <a:pPr>
            <a:buFontTx/>
            <a:buNone/>
          </a:pPr>
          <a:r>
            <a:rPr kumimoji="1" lang="ja-JP" altLang="en-US" sz="24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・ネットワーク</a:t>
          </a:r>
        </a:p>
      </dgm:t>
    </dgm:pt>
    <dgm:pt modelId="{37C91270-9B10-3245-B7CE-C5FD9A284517}" type="parTrans" cxnId="{E19720F5-D74A-5941-AF43-3A4D49CACC39}">
      <dgm:prSet/>
      <dgm:spPr/>
      <dgm:t>
        <a:bodyPr/>
        <a:lstStyle/>
        <a:p>
          <a:endParaRPr kumimoji="1" lang="ja-JP" altLang="en-US"/>
        </a:p>
      </dgm:t>
    </dgm:pt>
    <dgm:pt modelId="{2E5D584B-3686-C741-B6A4-2703795A9F4C}" type="sibTrans" cxnId="{E19720F5-D74A-5941-AF43-3A4D49CACC39}">
      <dgm:prSet/>
      <dgm:spPr/>
      <dgm:t>
        <a:bodyPr/>
        <a:lstStyle/>
        <a:p>
          <a:endParaRPr kumimoji="1" lang="ja-JP" altLang="en-US"/>
        </a:p>
      </dgm:t>
    </dgm:pt>
    <dgm:pt modelId="{48BA1B23-5F16-EB40-8128-BE4179D88797}">
      <dgm:prSet custT="1"/>
      <dgm:spPr/>
      <dgm:t>
        <a:bodyPr/>
        <a:lstStyle/>
        <a:p>
          <a:pPr>
            <a:buFontTx/>
            <a:buNone/>
          </a:pPr>
          <a:r>
            <a:rPr kumimoji="1" lang="e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
</a:t>
          </a:r>
          <a:r>
            <a:rPr kumimoji="1" lang="ja-JP" altLang="en-US" sz="24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ソフトウェアの提供
・アプリケーション
・</a:t>
          </a:r>
          <a:r>
            <a:rPr kumimoji="1" lang="e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Web</a:t>
          </a:r>
          <a:r>
            <a:rPr kumimoji="1" lang="ja-JP" altLang="en-US" sz="24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サービス</a:t>
          </a:r>
        </a:p>
      </dgm:t>
    </dgm:pt>
    <dgm:pt modelId="{031C204F-4381-E84D-9C69-74883D255814}" type="parTrans" cxnId="{3F5D2ED1-4C21-C54A-9713-901ED068323F}">
      <dgm:prSet/>
      <dgm:spPr/>
      <dgm:t>
        <a:bodyPr/>
        <a:lstStyle/>
        <a:p>
          <a:endParaRPr kumimoji="1" lang="ja-JP" altLang="en-US"/>
        </a:p>
      </dgm:t>
    </dgm:pt>
    <dgm:pt modelId="{833722C3-13A9-934F-A645-B128D2B1583A}" type="sibTrans" cxnId="{3F5D2ED1-4C21-C54A-9713-901ED068323F}">
      <dgm:prSet/>
      <dgm:spPr/>
      <dgm:t>
        <a:bodyPr/>
        <a:lstStyle/>
        <a:p>
          <a:endParaRPr kumimoji="1" lang="ja-JP" altLang="en-US"/>
        </a:p>
      </dgm:t>
    </dgm:pt>
    <dgm:pt modelId="{E0F9E3E0-1A9F-4F85-BB67-9DF3653E0EF0}" type="pres">
      <dgm:prSet presAssocID="{BBFD380F-9CF0-4B9C-8BA4-A511A33D80C2}" presName="Name0" presStyleCnt="0">
        <dgm:presLayoutVars>
          <dgm:dir/>
          <dgm:animLvl val="lvl"/>
          <dgm:resizeHandles val="exact"/>
        </dgm:presLayoutVars>
      </dgm:prSet>
      <dgm:spPr/>
    </dgm:pt>
    <dgm:pt modelId="{C42D695B-3863-3C49-84A2-3D3D75329640}" type="pres">
      <dgm:prSet presAssocID="{6F32130B-17B5-0848-9F04-6285FC8F6DA0}" presName="composite" presStyleCnt="0"/>
      <dgm:spPr/>
    </dgm:pt>
    <dgm:pt modelId="{76E5619C-5FB0-F849-BF61-24769931DCF7}" type="pres">
      <dgm:prSet presAssocID="{6F32130B-17B5-0848-9F04-6285FC8F6DA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5333649-057D-F444-9C48-E3356C0C2F97}" type="pres">
      <dgm:prSet presAssocID="{6F32130B-17B5-0848-9F04-6285FC8F6DA0}" presName="desTx" presStyleLbl="alignAccFollowNode1" presStyleIdx="0" presStyleCnt="3">
        <dgm:presLayoutVars>
          <dgm:bulletEnabled val="1"/>
        </dgm:presLayoutVars>
      </dgm:prSet>
      <dgm:spPr/>
    </dgm:pt>
    <dgm:pt modelId="{AA4EF6C9-1CA6-3E49-BD60-F2EFA5669557}" type="pres">
      <dgm:prSet presAssocID="{B9837F65-133E-644C-BD4C-B765A95F54E9}" presName="space" presStyleCnt="0"/>
      <dgm:spPr/>
    </dgm:pt>
    <dgm:pt modelId="{0542D994-8EE9-304F-B974-204197B564C0}" type="pres">
      <dgm:prSet presAssocID="{A5A5396F-3811-3844-983A-986125415CA3}" presName="composite" presStyleCnt="0"/>
      <dgm:spPr/>
    </dgm:pt>
    <dgm:pt modelId="{D72D4D67-4CB6-D849-A5BE-59D6A1470F06}" type="pres">
      <dgm:prSet presAssocID="{A5A5396F-3811-3844-983A-986125415CA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BCC8156-35D7-0F47-987B-EE87C05E9003}" type="pres">
      <dgm:prSet presAssocID="{A5A5396F-3811-3844-983A-986125415CA3}" presName="desTx" presStyleLbl="alignAccFollowNode1" presStyleIdx="1" presStyleCnt="3">
        <dgm:presLayoutVars>
          <dgm:bulletEnabled val="1"/>
        </dgm:presLayoutVars>
      </dgm:prSet>
      <dgm:spPr/>
    </dgm:pt>
    <dgm:pt modelId="{5C36B4A2-0ECF-F242-9272-3CBE5EB633E8}" type="pres">
      <dgm:prSet presAssocID="{0452FAA8-B45F-AA46-BE26-25E48C22D713}" presName="space" presStyleCnt="0"/>
      <dgm:spPr/>
    </dgm:pt>
    <dgm:pt modelId="{3E62F912-E3B7-F346-BFE3-F9F7F2B30DA8}" type="pres">
      <dgm:prSet presAssocID="{A062E46F-DDCD-FB42-97E2-785000FE576E}" presName="composite" presStyleCnt="0"/>
      <dgm:spPr/>
    </dgm:pt>
    <dgm:pt modelId="{22F7FE52-654E-2E40-9B9C-EA06B74DBF93}" type="pres">
      <dgm:prSet presAssocID="{A062E46F-DDCD-FB42-97E2-785000FE576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585C5C8-BFEE-A543-AAC0-4592F3AB7222}" type="pres">
      <dgm:prSet presAssocID="{A062E46F-DDCD-FB42-97E2-785000FE576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E8A5EA1C-B1BC-4407-A041-88DCE4646F91}" type="presOf" srcId="{BBFD380F-9CF0-4B9C-8BA4-A511A33D80C2}" destId="{E0F9E3E0-1A9F-4F85-BB67-9DF3653E0EF0}" srcOrd="0" destOrd="0" presId="urn:microsoft.com/office/officeart/2005/8/layout/hList1"/>
    <dgm:cxn modelId="{93186A25-765E-424F-8D89-2788F74DEE8F}" srcId="{A062E46F-DDCD-FB42-97E2-785000FE576E}" destId="{D832E75D-CB1B-0041-8772-D071680AD0D6}" srcOrd="0" destOrd="0" parTransId="{FE8A5EC5-399E-944D-B976-70EAC9D77C17}" sibTransId="{2DDF7568-376F-D848-A94E-FB49260898EC}"/>
    <dgm:cxn modelId="{90413E27-739F-C046-9579-E19E0C2354E8}" srcId="{BBFD380F-9CF0-4B9C-8BA4-A511A33D80C2}" destId="{6F32130B-17B5-0848-9F04-6285FC8F6DA0}" srcOrd="0" destOrd="0" parTransId="{C76AFC7D-1950-2247-9C4A-40F7F4A421F7}" sibTransId="{B9837F65-133E-644C-BD4C-B765A95F54E9}"/>
    <dgm:cxn modelId="{6D0DB035-3904-194C-9CFD-A648D584B0C7}" srcId="{6F32130B-17B5-0848-9F04-6285FC8F6DA0}" destId="{0242E1E1-622B-274C-A59D-100A93701BDF}" srcOrd="3" destOrd="0" parTransId="{84990590-0B78-5E4E-A41B-8EE4F584D646}" sibTransId="{5270E1EB-553B-B243-8D34-938F0381BEE4}"/>
    <dgm:cxn modelId="{346D884C-2651-DE4D-8A1C-9EF6067EFA1A}" type="presOf" srcId="{6F32130B-17B5-0848-9F04-6285FC8F6DA0}" destId="{76E5619C-5FB0-F849-BF61-24769931DCF7}" srcOrd="0" destOrd="0" presId="urn:microsoft.com/office/officeart/2005/8/layout/hList1"/>
    <dgm:cxn modelId="{A69ED94D-C28F-BB44-97CD-FB04F1E2C03A}" type="presOf" srcId="{1B2D7242-8BB5-2B40-B854-D5B61FB981B4}" destId="{95333649-057D-F444-9C48-E3356C0C2F97}" srcOrd="0" destOrd="1" presId="urn:microsoft.com/office/officeart/2005/8/layout/hList1"/>
    <dgm:cxn modelId="{A2624A50-8787-6346-8CF6-8694C62C70AA}" srcId="{BBFD380F-9CF0-4B9C-8BA4-A511A33D80C2}" destId="{A5A5396F-3811-3844-983A-986125415CA3}" srcOrd="1" destOrd="0" parTransId="{FCDB823A-EB86-E147-A23B-83D8C13E0196}" sibTransId="{0452FAA8-B45F-AA46-BE26-25E48C22D713}"/>
    <dgm:cxn modelId="{130F0953-6A4E-084C-A910-41637C12AE87}" srcId="{6F32130B-17B5-0848-9F04-6285FC8F6DA0}" destId="{B19789C5-CD40-7242-A73B-7EA2CC031D39}" srcOrd="0" destOrd="0" parTransId="{028B2AA2-C5A8-C843-B994-6354EAA410D6}" sibTransId="{CF2CE99D-A6E7-DF49-ADF5-1C292B7BBF63}"/>
    <dgm:cxn modelId="{89EC2A92-123E-CE4B-BCAF-ECB7302A627A}" srcId="{6F32130B-17B5-0848-9F04-6285FC8F6DA0}" destId="{1B2D7242-8BB5-2B40-B854-D5B61FB981B4}" srcOrd="1" destOrd="0" parTransId="{D163F96C-86DE-A34B-B4CE-8E061460450A}" sibTransId="{5E62BDB9-6488-934D-95B7-E016D278884E}"/>
    <dgm:cxn modelId="{B2993893-6CE9-A944-9128-4F228133B438}" type="presOf" srcId="{D832E75D-CB1B-0041-8772-D071680AD0D6}" destId="{0585C5C8-BFEE-A543-AAC0-4592F3AB7222}" srcOrd="0" destOrd="0" presId="urn:microsoft.com/office/officeart/2005/8/layout/hList1"/>
    <dgm:cxn modelId="{0077DB93-39DC-DE4F-8B6F-84EA86104D20}" type="presOf" srcId="{B19789C5-CD40-7242-A73B-7EA2CC031D39}" destId="{95333649-057D-F444-9C48-E3356C0C2F97}" srcOrd="0" destOrd="0" presId="urn:microsoft.com/office/officeart/2005/8/layout/hList1"/>
    <dgm:cxn modelId="{535B4B9B-970F-E349-8BD0-497919D3FCC8}" srcId="{6F32130B-17B5-0848-9F04-6285FC8F6DA0}" destId="{43B2F861-8336-5A46-8953-A72C238F0F43}" srcOrd="2" destOrd="0" parTransId="{AB8D8CC1-612C-A649-99D9-2FD18AFAD83C}" sibTransId="{388E5963-2C96-FE43-B08B-3A1ACE5C9477}"/>
    <dgm:cxn modelId="{F104829B-B7E7-A94F-94F5-3CD8C7626087}" type="presOf" srcId="{0242E1E1-622B-274C-A59D-100A93701BDF}" destId="{95333649-057D-F444-9C48-E3356C0C2F97}" srcOrd="0" destOrd="3" presId="urn:microsoft.com/office/officeart/2005/8/layout/hList1"/>
    <dgm:cxn modelId="{0F2E75A4-4E30-0C4D-8E2D-0C741AD73055}" type="presOf" srcId="{733A3F6F-9B80-C047-A562-2D7CD4EB267F}" destId="{9BCC8156-35D7-0F47-987B-EE87C05E9003}" srcOrd="0" destOrd="0" presId="urn:microsoft.com/office/officeart/2005/8/layout/hList1"/>
    <dgm:cxn modelId="{75AC35B5-7C33-6A48-BD1E-B498412796D2}" srcId="{A5A5396F-3811-3844-983A-986125415CA3}" destId="{733A3F6F-9B80-C047-A562-2D7CD4EB267F}" srcOrd="0" destOrd="0" parTransId="{B2C08319-A915-CD48-B33F-FDD500019599}" sibTransId="{C51CB5B9-AC62-7C4C-B31C-226B7E8AE5AA}"/>
    <dgm:cxn modelId="{534BDEBD-525A-BD41-A447-1292950AD56D}" type="presOf" srcId="{43B2F861-8336-5A46-8953-A72C238F0F43}" destId="{95333649-057D-F444-9C48-E3356C0C2F97}" srcOrd="0" destOrd="2" presId="urn:microsoft.com/office/officeart/2005/8/layout/hList1"/>
    <dgm:cxn modelId="{3F5D2ED1-4C21-C54A-9713-901ED068323F}" srcId="{A062E46F-DDCD-FB42-97E2-785000FE576E}" destId="{48BA1B23-5F16-EB40-8128-BE4179D88797}" srcOrd="1" destOrd="0" parTransId="{031C204F-4381-E84D-9C69-74883D255814}" sibTransId="{833722C3-13A9-934F-A645-B128D2B1583A}"/>
    <dgm:cxn modelId="{BE4A48DD-AC60-5342-A610-4151B449306F}" type="presOf" srcId="{48BA1B23-5F16-EB40-8128-BE4179D88797}" destId="{0585C5C8-BFEE-A543-AAC0-4592F3AB7222}" srcOrd="0" destOrd="1" presId="urn:microsoft.com/office/officeart/2005/8/layout/hList1"/>
    <dgm:cxn modelId="{7ACF46E3-AC2E-CC49-8859-D9AC51CADFF8}" type="presOf" srcId="{A5A5396F-3811-3844-983A-986125415CA3}" destId="{D72D4D67-4CB6-D849-A5BE-59D6A1470F06}" srcOrd="0" destOrd="0" presId="urn:microsoft.com/office/officeart/2005/8/layout/hList1"/>
    <dgm:cxn modelId="{D168D7E4-9732-3647-9CFE-3F6A1CAD9B05}" type="presOf" srcId="{A062E46F-DDCD-FB42-97E2-785000FE576E}" destId="{22F7FE52-654E-2E40-9B9C-EA06B74DBF93}" srcOrd="0" destOrd="0" presId="urn:microsoft.com/office/officeart/2005/8/layout/hList1"/>
    <dgm:cxn modelId="{97E0E7E8-7155-AA46-8B3B-3BCE35B32EB2}" srcId="{BBFD380F-9CF0-4B9C-8BA4-A511A33D80C2}" destId="{A062E46F-DDCD-FB42-97E2-785000FE576E}" srcOrd="2" destOrd="0" parTransId="{6A7D3679-27B2-C44A-9143-D7A1EDD51F99}" sibTransId="{FC24BBE6-464F-A34F-8B0C-A6DB41E88882}"/>
    <dgm:cxn modelId="{E19720F5-D74A-5941-AF43-3A4D49CACC39}" srcId="{6F32130B-17B5-0848-9F04-6285FC8F6DA0}" destId="{E733FA77-86A3-5C4E-B025-E443A65B526B}" srcOrd="4" destOrd="0" parTransId="{37C91270-9B10-3245-B7CE-C5FD9A284517}" sibTransId="{2E5D584B-3686-C741-B6A4-2703795A9F4C}"/>
    <dgm:cxn modelId="{54AA6CFC-41D4-9343-85CC-B31AF9DA399D}" type="presOf" srcId="{E733FA77-86A3-5C4E-B025-E443A65B526B}" destId="{95333649-057D-F444-9C48-E3356C0C2F97}" srcOrd="0" destOrd="4" presId="urn:microsoft.com/office/officeart/2005/8/layout/hList1"/>
    <dgm:cxn modelId="{453AF73B-FB94-5E41-9657-98C5539A1F68}" type="presParOf" srcId="{E0F9E3E0-1A9F-4F85-BB67-9DF3653E0EF0}" destId="{C42D695B-3863-3C49-84A2-3D3D75329640}" srcOrd="0" destOrd="0" presId="urn:microsoft.com/office/officeart/2005/8/layout/hList1"/>
    <dgm:cxn modelId="{F0954227-E09F-794F-BC25-B0474B0DA768}" type="presParOf" srcId="{C42D695B-3863-3C49-84A2-3D3D75329640}" destId="{76E5619C-5FB0-F849-BF61-24769931DCF7}" srcOrd="0" destOrd="0" presId="urn:microsoft.com/office/officeart/2005/8/layout/hList1"/>
    <dgm:cxn modelId="{5D21516A-B6CD-5749-AC1D-49B897536CE8}" type="presParOf" srcId="{C42D695B-3863-3C49-84A2-3D3D75329640}" destId="{95333649-057D-F444-9C48-E3356C0C2F97}" srcOrd="1" destOrd="0" presId="urn:microsoft.com/office/officeart/2005/8/layout/hList1"/>
    <dgm:cxn modelId="{ACED7E28-B523-8B4D-AAF0-8843F1281150}" type="presParOf" srcId="{E0F9E3E0-1A9F-4F85-BB67-9DF3653E0EF0}" destId="{AA4EF6C9-1CA6-3E49-BD60-F2EFA5669557}" srcOrd="1" destOrd="0" presId="urn:microsoft.com/office/officeart/2005/8/layout/hList1"/>
    <dgm:cxn modelId="{2B2FCF56-24D6-6D43-B583-EFA9D8FC5545}" type="presParOf" srcId="{E0F9E3E0-1A9F-4F85-BB67-9DF3653E0EF0}" destId="{0542D994-8EE9-304F-B974-204197B564C0}" srcOrd="2" destOrd="0" presId="urn:microsoft.com/office/officeart/2005/8/layout/hList1"/>
    <dgm:cxn modelId="{57C14519-00C8-7F4B-802A-B9FF08066745}" type="presParOf" srcId="{0542D994-8EE9-304F-B974-204197B564C0}" destId="{D72D4D67-4CB6-D849-A5BE-59D6A1470F06}" srcOrd="0" destOrd="0" presId="urn:microsoft.com/office/officeart/2005/8/layout/hList1"/>
    <dgm:cxn modelId="{7F6F4BCC-F055-6647-A5F3-9B5C0B8D686E}" type="presParOf" srcId="{0542D994-8EE9-304F-B974-204197B564C0}" destId="{9BCC8156-35D7-0F47-987B-EE87C05E9003}" srcOrd="1" destOrd="0" presId="urn:microsoft.com/office/officeart/2005/8/layout/hList1"/>
    <dgm:cxn modelId="{333D7B79-0F13-4C4A-9580-8BE2176E463F}" type="presParOf" srcId="{E0F9E3E0-1A9F-4F85-BB67-9DF3653E0EF0}" destId="{5C36B4A2-0ECF-F242-9272-3CBE5EB633E8}" srcOrd="3" destOrd="0" presId="urn:microsoft.com/office/officeart/2005/8/layout/hList1"/>
    <dgm:cxn modelId="{1E8D97D1-C0AB-C346-84ED-E190FAF3A180}" type="presParOf" srcId="{E0F9E3E0-1A9F-4F85-BB67-9DF3653E0EF0}" destId="{3E62F912-E3B7-F346-BFE3-F9F7F2B30DA8}" srcOrd="4" destOrd="0" presId="urn:microsoft.com/office/officeart/2005/8/layout/hList1"/>
    <dgm:cxn modelId="{639FDC46-CDB9-5045-A43D-D8D44F46050D}" type="presParOf" srcId="{3E62F912-E3B7-F346-BFE3-F9F7F2B30DA8}" destId="{22F7FE52-654E-2E40-9B9C-EA06B74DBF93}" srcOrd="0" destOrd="0" presId="urn:microsoft.com/office/officeart/2005/8/layout/hList1"/>
    <dgm:cxn modelId="{058D4C59-C8A4-194B-9FB4-6E2A838962AF}" type="presParOf" srcId="{3E62F912-E3B7-F346-BFE3-F9F7F2B30DA8}" destId="{0585C5C8-BFEE-A543-AAC0-4592F3AB722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BFD380F-9CF0-4B9C-8BA4-A511A33D80C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6F32130B-17B5-0848-9F04-6285FC8F6DA0}">
      <dgm:prSet/>
      <dgm:spPr/>
      <dgm:t>
        <a:bodyPr/>
        <a:lstStyle/>
        <a:p>
          <a:r>
            <a:rPr kumimoji="1" lang="en" altLang="en-US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Microsoft365</a:t>
          </a:r>
          <a:endParaRPr lang="ja-JP" altLang="en-US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gm:t>
    </dgm:pt>
    <dgm:pt modelId="{C76AFC7D-1950-2247-9C4A-40F7F4A421F7}" type="parTrans" cxnId="{90413E27-739F-C046-9579-E19E0C2354E8}">
      <dgm:prSet/>
      <dgm:spPr/>
      <dgm:t>
        <a:bodyPr/>
        <a:lstStyle/>
        <a:p>
          <a:endParaRPr kumimoji="1" lang="ja-JP" altLang="en-US"/>
        </a:p>
      </dgm:t>
    </dgm:pt>
    <dgm:pt modelId="{B9837F65-133E-644C-BD4C-B765A95F54E9}" type="sibTrans" cxnId="{90413E27-739F-C046-9579-E19E0C2354E8}">
      <dgm:prSet/>
      <dgm:spPr/>
      <dgm:t>
        <a:bodyPr/>
        <a:lstStyle/>
        <a:p>
          <a:endParaRPr kumimoji="1" lang="ja-JP" altLang="en-US"/>
        </a:p>
      </dgm:t>
    </dgm:pt>
    <dgm:pt modelId="{A5A5396F-3811-3844-983A-986125415CA3}">
      <dgm:prSet/>
      <dgm:spPr/>
      <dgm:t>
        <a:bodyPr/>
        <a:lstStyle/>
        <a:p>
          <a:r>
            <a:rPr kumimoji="1" lang="en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Dynamics365</a:t>
          </a:r>
          <a:endParaRPr lang="ja-JP" altLang="en-US"/>
        </a:p>
      </dgm:t>
    </dgm:pt>
    <dgm:pt modelId="{FCDB823A-EB86-E147-A23B-83D8C13E0196}" type="parTrans" cxnId="{A2624A50-8787-6346-8CF6-8694C62C70AA}">
      <dgm:prSet/>
      <dgm:spPr/>
      <dgm:t>
        <a:bodyPr/>
        <a:lstStyle/>
        <a:p>
          <a:endParaRPr kumimoji="1" lang="ja-JP" altLang="en-US"/>
        </a:p>
      </dgm:t>
    </dgm:pt>
    <dgm:pt modelId="{0452FAA8-B45F-AA46-BE26-25E48C22D713}" type="sibTrans" cxnId="{A2624A50-8787-6346-8CF6-8694C62C70AA}">
      <dgm:prSet/>
      <dgm:spPr/>
      <dgm:t>
        <a:bodyPr/>
        <a:lstStyle/>
        <a:p>
          <a:endParaRPr kumimoji="1" lang="ja-JP" altLang="en-US"/>
        </a:p>
      </dgm:t>
    </dgm:pt>
    <dgm:pt modelId="{A062E46F-DDCD-FB42-97E2-785000FE576E}">
      <dgm:prSet/>
      <dgm:spPr/>
      <dgm:t>
        <a:bodyPr/>
        <a:lstStyle/>
        <a:p>
          <a:r>
            <a:rPr kumimoji="1" lang="en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Power Platform</a:t>
          </a:r>
          <a:endParaRPr lang="ja-JP" altLang="en-US"/>
        </a:p>
      </dgm:t>
    </dgm:pt>
    <dgm:pt modelId="{6A7D3679-27B2-C44A-9143-D7A1EDD51F99}" type="parTrans" cxnId="{97E0E7E8-7155-AA46-8B3B-3BCE35B32EB2}">
      <dgm:prSet/>
      <dgm:spPr/>
      <dgm:t>
        <a:bodyPr/>
        <a:lstStyle/>
        <a:p>
          <a:endParaRPr kumimoji="1" lang="ja-JP" altLang="en-US"/>
        </a:p>
      </dgm:t>
    </dgm:pt>
    <dgm:pt modelId="{FC24BBE6-464F-A34F-8B0C-A6DB41E88882}" type="sibTrans" cxnId="{97E0E7E8-7155-AA46-8B3B-3BCE35B32EB2}">
      <dgm:prSet/>
      <dgm:spPr/>
      <dgm:t>
        <a:bodyPr/>
        <a:lstStyle/>
        <a:p>
          <a:endParaRPr kumimoji="1" lang="ja-JP" altLang="en-US"/>
        </a:p>
      </dgm:t>
    </dgm:pt>
    <dgm:pt modelId="{733A3F6F-9B80-C047-A562-2D7CD4EB267F}">
      <dgm:prSet custT="1"/>
      <dgm:spPr/>
      <dgm:t>
        <a:bodyPr/>
        <a:lstStyle/>
        <a:p>
          <a:pPr algn="ctr">
            <a:buFontTx/>
            <a:buNone/>
          </a:pPr>
          <a:r>
            <a:rPr kumimoji="1" lang="en" altLang="ja-JP" sz="1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SaaS</a:t>
          </a:r>
          <a:br>
            <a:rPr lang="en-US" altLang="ja-JP" sz="24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r>
            <a:rPr lang="ja-JP" altLang="en-US" sz="20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業務アプリ</a:t>
          </a:r>
          <a:endParaRPr kumimoji="1" lang="ja-JP" altLang="en-US" sz="20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B2C08319-A915-CD48-B33F-FDD500019599}" type="parTrans" cxnId="{75AC35B5-7C33-6A48-BD1E-B498412796D2}">
      <dgm:prSet/>
      <dgm:spPr/>
      <dgm:t>
        <a:bodyPr/>
        <a:lstStyle/>
        <a:p>
          <a:endParaRPr kumimoji="1" lang="ja-JP" altLang="en-US"/>
        </a:p>
      </dgm:t>
    </dgm:pt>
    <dgm:pt modelId="{C51CB5B9-AC62-7C4C-B31C-226B7E8AE5AA}" type="sibTrans" cxnId="{75AC35B5-7C33-6A48-BD1E-B498412796D2}">
      <dgm:prSet/>
      <dgm:spPr/>
      <dgm:t>
        <a:bodyPr/>
        <a:lstStyle/>
        <a:p>
          <a:endParaRPr kumimoji="1" lang="ja-JP" altLang="en-US"/>
        </a:p>
      </dgm:t>
    </dgm:pt>
    <dgm:pt modelId="{D832E75D-CB1B-0041-8772-D071680AD0D6}">
      <dgm:prSet custT="1"/>
      <dgm:spPr/>
      <dgm:t>
        <a:bodyPr/>
        <a:lstStyle/>
        <a:p>
          <a:pPr algn="ctr">
            <a:buFontTx/>
            <a:buNone/>
          </a:pPr>
          <a:r>
            <a:rPr kumimoji="1" lang="en" altLang="ja-JP" sz="1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SaaS</a:t>
          </a:r>
          <a:endParaRPr kumimoji="1" lang="ja-JP" altLang="en-US" sz="1800">
            <a:solidFill>
              <a:schemeClr val="tx1">
                <a:lumMod val="75000"/>
                <a:lumOff val="25000"/>
              </a:schemeClr>
            </a:solidFill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gm:t>
    </dgm:pt>
    <dgm:pt modelId="{FE8A5EC5-399E-944D-B976-70EAC9D77C17}" type="parTrans" cxnId="{93186A25-765E-424F-8D89-2788F74DEE8F}">
      <dgm:prSet/>
      <dgm:spPr/>
      <dgm:t>
        <a:bodyPr/>
        <a:lstStyle/>
        <a:p>
          <a:endParaRPr kumimoji="1" lang="ja-JP" altLang="en-US"/>
        </a:p>
      </dgm:t>
    </dgm:pt>
    <dgm:pt modelId="{2DDF7568-376F-D848-A94E-FB49260898EC}" type="sibTrans" cxnId="{93186A25-765E-424F-8D89-2788F74DEE8F}">
      <dgm:prSet/>
      <dgm:spPr/>
      <dgm:t>
        <a:bodyPr/>
        <a:lstStyle/>
        <a:p>
          <a:endParaRPr kumimoji="1" lang="ja-JP" altLang="en-US"/>
        </a:p>
      </dgm:t>
    </dgm:pt>
    <dgm:pt modelId="{B19789C5-CD40-7242-A73B-7EA2CC031D39}">
      <dgm:prSet custT="1"/>
      <dgm:spPr/>
      <dgm:t>
        <a:bodyPr/>
        <a:lstStyle/>
        <a:p>
          <a:pPr algn="ctr">
            <a:buFontTx/>
            <a:buNone/>
          </a:pPr>
          <a:r>
            <a:rPr kumimoji="1" lang="en" altLang="en-US" sz="17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SaaS</a:t>
          </a:r>
          <a:endParaRPr kumimoji="1" lang="ja-JP" altLang="en-US" sz="1700">
            <a:solidFill>
              <a:schemeClr val="tx1">
                <a:lumMod val="75000"/>
                <a:lumOff val="25000"/>
              </a:schemeClr>
            </a:solidFill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gm:t>
    </dgm:pt>
    <dgm:pt modelId="{028B2AA2-C5A8-C843-B994-6354EAA410D6}" type="parTrans" cxnId="{130F0953-6A4E-084C-A910-41637C12AE87}">
      <dgm:prSet/>
      <dgm:spPr/>
      <dgm:t>
        <a:bodyPr/>
        <a:lstStyle/>
        <a:p>
          <a:endParaRPr kumimoji="1" lang="ja-JP" altLang="en-US"/>
        </a:p>
      </dgm:t>
    </dgm:pt>
    <dgm:pt modelId="{CF2CE99D-A6E7-DF49-ADF5-1C292B7BBF63}" type="sibTrans" cxnId="{130F0953-6A4E-084C-A910-41637C12AE87}">
      <dgm:prSet/>
      <dgm:spPr/>
      <dgm:t>
        <a:bodyPr/>
        <a:lstStyle/>
        <a:p>
          <a:endParaRPr kumimoji="1" lang="ja-JP" altLang="en-US"/>
        </a:p>
      </dgm:t>
    </dgm:pt>
    <dgm:pt modelId="{1B2D7242-8BB5-2B40-B854-D5B61FB981B4}">
      <dgm:prSet custT="1"/>
      <dgm:spPr/>
      <dgm:t>
        <a:bodyPr/>
        <a:lstStyle/>
        <a:p>
          <a:pPr algn="ctr">
            <a:buFontTx/>
            <a:buNone/>
          </a:pPr>
          <a:r>
            <a:rPr kumimoji="1" lang="ja-JP" altLang="en-US" sz="20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業務</a:t>
          </a:r>
          <a:r>
            <a:rPr kumimoji="1" lang="en-US" altLang="ja-JP" sz="20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/</a:t>
          </a:r>
          <a:r>
            <a:rPr kumimoji="1" lang="ja-JP" altLang="en-US" sz="20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コラボ</a:t>
          </a:r>
        </a:p>
      </dgm:t>
    </dgm:pt>
    <dgm:pt modelId="{D163F96C-86DE-A34B-B4CE-8E061460450A}" type="parTrans" cxnId="{89EC2A92-123E-CE4B-BCAF-ECB7302A627A}">
      <dgm:prSet/>
      <dgm:spPr/>
      <dgm:t>
        <a:bodyPr/>
        <a:lstStyle/>
        <a:p>
          <a:endParaRPr kumimoji="1" lang="ja-JP" altLang="en-US"/>
        </a:p>
      </dgm:t>
    </dgm:pt>
    <dgm:pt modelId="{5E62BDB9-6488-934D-95B7-E016D278884E}" type="sibTrans" cxnId="{89EC2A92-123E-CE4B-BCAF-ECB7302A627A}">
      <dgm:prSet/>
      <dgm:spPr/>
      <dgm:t>
        <a:bodyPr/>
        <a:lstStyle/>
        <a:p>
          <a:endParaRPr kumimoji="1" lang="ja-JP" altLang="en-US"/>
        </a:p>
      </dgm:t>
    </dgm:pt>
    <dgm:pt modelId="{4860D75E-6067-0A4D-A199-4A05DDF12598}">
      <dgm:prSet custT="1"/>
      <dgm:spPr/>
      <dgm:t>
        <a:bodyPr/>
        <a:lstStyle/>
        <a:p>
          <a:pPr algn="ctr">
            <a:buFontTx/>
            <a:buNone/>
          </a:pPr>
          <a:r>
            <a:rPr kumimoji="1" lang="ja-JP" altLang="en-US" sz="20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業務自動化</a:t>
          </a:r>
        </a:p>
      </dgm:t>
    </dgm:pt>
    <dgm:pt modelId="{1CA05917-A510-374F-87BC-6CA526530E69}" type="parTrans" cxnId="{04F88E28-23E0-BB49-B934-A89D77E25DBA}">
      <dgm:prSet/>
      <dgm:spPr/>
      <dgm:t>
        <a:bodyPr/>
        <a:lstStyle/>
        <a:p>
          <a:endParaRPr kumimoji="1" lang="ja-JP" altLang="en-US"/>
        </a:p>
      </dgm:t>
    </dgm:pt>
    <dgm:pt modelId="{F8FBCF89-8E62-DA4B-9393-3F4DDC2F9050}" type="sibTrans" cxnId="{04F88E28-23E0-BB49-B934-A89D77E25DBA}">
      <dgm:prSet/>
      <dgm:spPr/>
      <dgm:t>
        <a:bodyPr/>
        <a:lstStyle/>
        <a:p>
          <a:endParaRPr kumimoji="1" lang="ja-JP" altLang="en-US"/>
        </a:p>
      </dgm:t>
    </dgm:pt>
    <dgm:pt modelId="{E0F9E3E0-1A9F-4F85-BB67-9DF3653E0EF0}" type="pres">
      <dgm:prSet presAssocID="{BBFD380F-9CF0-4B9C-8BA4-A511A33D80C2}" presName="Name0" presStyleCnt="0">
        <dgm:presLayoutVars>
          <dgm:dir/>
          <dgm:animLvl val="lvl"/>
          <dgm:resizeHandles val="exact"/>
        </dgm:presLayoutVars>
      </dgm:prSet>
      <dgm:spPr/>
    </dgm:pt>
    <dgm:pt modelId="{C42D695B-3863-3C49-84A2-3D3D75329640}" type="pres">
      <dgm:prSet presAssocID="{6F32130B-17B5-0848-9F04-6285FC8F6DA0}" presName="composite" presStyleCnt="0"/>
      <dgm:spPr/>
    </dgm:pt>
    <dgm:pt modelId="{76E5619C-5FB0-F849-BF61-24769931DCF7}" type="pres">
      <dgm:prSet presAssocID="{6F32130B-17B5-0848-9F04-6285FC8F6DA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5333649-057D-F444-9C48-E3356C0C2F97}" type="pres">
      <dgm:prSet presAssocID="{6F32130B-17B5-0848-9F04-6285FC8F6DA0}" presName="desTx" presStyleLbl="alignAccFollowNode1" presStyleIdx="0" presStyleCnt="3">
        <dgm:presLayoutVars>
          <dgm:bulletEnabled val="1"/>
        </dgm:presLayoutVars>
      </dgm:prSet>
      <dgm:spPr/>
    </dgm:pt>
    <dgm:pt modelId="{AA4EF6C9-1CA6-3E49-BD60-F2EFA5669557}" type="pres">
      <dgm:prSet presAssocID="{B9837F65-133E-644C-BD4C-B765A95F54E9}" presName="space" presStyleCnt="0"/>
      <dgm:spPr/>
    </dgm:pt>
    <dgm:pt modelId="{0542D994-8EE9-304F-B974-204197B564C0}" type="pres">
      <dgm:prSet presAssocID="{A5A5396F-3811-3844-983A-986125415CA3}" presName="composite" presStyleCnt="0"/>
      <dgm:spPr/>
    </dgm:pt>
    <dgm:pt modelId="{D72D4D67-4CB6-D849-A5BE-59D6A1470F06}" type="pres">
      <dgm:prSet presAssocID="{A5A5396F-3811-3844-983A-986125415CA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BCC8156-35D7-0F47-987B-EE87C05E9003}" type="pres">
      <dgm:prSet presAssocID="{A5A5396F-3811-3844-983A-986125415CA3}" presName="desTx" presStyleLbl="alignAccFollowNode1" presStyleIdx="1" presStyleCnt="3">
        <dgm:presLayoutVars>
          <dgm:bulletEnabled val="1"/>
        </dgm:presLayoutVars>
      </dgm:prSet>
      <dgm:spPr/>
    </dgm:pt>
    <dgm:pt modelId="{5C36B4A2-0ECF-F242-9272-3CBE5EB633E8}" type="pres">
      <dgm:prSet presAssocID="{0452FAA8-B45F-AA46-BE26-25E48C22D713}" presName="space" presStyleCnt="0"/>
      <dgm:spPr/>
    </dgm:pt>
    <dgm:pt modelId="{3E62F912-E3B7-F346-BFE3-F9F7F2B30DA8}" type="pres">
      <dgm:prSet presAssocID="{A062E46F-DDCD-FB42-97E2-785000FE576E}" presName="composite" presStyleCnt="0"/>
      <dgm:spPr/>
    </dgm:pt>
    <dgm:pt modelId="{22F7FE52-654E-2E40-9B9C-EA06B74DBF93}" type="pres">
      <dgm:prSet presAssocID="{A062E46F-DDCD-FB42-97E2-785000FE576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585C5C8-BFEE-A543-AAC0-4592F3AB7222}" type="pres">
      <dgm:prSet presAssocID="{A062E46F-DDCD-FB42-97E2-785000FE576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E8A5EA1C-B1BC-4407-A041-88DCE4646F91}" type="presOf" srcId="{BBFD380F-9CF0-4B9C-8BA4-A511A33D80C2}" destId="{E0F9E3E0-1A9F-4F85-BB67-9DF3653E0EF0}" srcOrd="0" destOrd="0" presId="urn:microsoft.com/office/officeart/2005/8/layout/hList1"/>
    <dgm:cxn modelId="{93186A25-765E-424F-8D89-2788F74DEE8F}" srcId="{A062E46F-DDCD-FB42-97E2-785000FE576E}" destId="{D832E75D-CB1B-0041-8772-D071680AD0D6}" srcOrd="0" destOrd="0" parTransId="{FE8A5EC5-399E-944D-B976-70EAC9D77C17}" sibTransId="{2DDF7568-376F-D848-A94E-FB49260898EC}"/>
    <dgm:cxn modelId="{90413E27-739F-C046-9579-E19E0C2354E8}" srcId="{BBFD380F-9CF0-4B9C-8BA4-A511A33D80C2}" destId="{6F32130B-17B5-0848-9F04-6285FC8F6DA0}" srcOrd="0" destOrd="0" parTransId="{C76AFC7D-1950-2247-9C4A-40F7F4A421F7}" sibTransId="{B9837F65-133E-644C-BD4C-B765A95F54E9}"/>
    <dgm:cxn modelId="{04F88E28-23E0-BB49-B934-A89D77E25DBA}" srcId="{A062E46F-DDCD-FB42-97E2-785000FE576E}" destId="{4860D75E-6067-0A4D-A199-4A05DDF12598}" srcOrd="1" destOrd="0" parTransId="{1CA05917-A510-374F-87BC-6CA526530E69}" sibTransId="{F8FBCF89-8E62-DA4B-9393-3F4DDC2F9050}"/>
    <dgm:cxn modelId="{67D9E545-146F-174F-8B1A-4CABCD2C0D40}" type="presOf" srcId="{4860D75E-6067-0A4D-A199-4A05DDF12598}" destId="{0585C5C8-BFEE-A543-AAC0-4592F3AB7222}" srcOrd="0" destOrd="1" presId="urn:microsoft.com/office/officeart/2005/8/layout/hList1"/>
    <dgm:cxn modelId="{346D884C-2651-DE4D-8A1C-9EF6067EFA1A}" type="presOf" srcId="{6F32130B-17B5-0848-9F04-6285FC8F6DA0}" destId="{76E5619C-5FB0-F849-BF61-24769931DCF7}" srcOrd="0" destOrd="0" presId="urn:microsoft.com/office/officeart/2005/8/layout/hList1"/>
    <dgm:cxn modelId="{A69ED94D-C28F-BB44-97CD-FB04F1E2C03A}" type="presOf" srcId="{1B2D7242-8BB5-2B40-B854-D5B61FB981B4}" destId="{95333649-057D-F444-9C48-E3356C0C2F97}" srcOrd="0" destOrd="1" presId="urn:microsoft.com/office/officeart/2005/8/layout/hList1"/>
    <dgm:cxn modelId="{A2624A50-8787-6346-8CF6-8694C62C70AA}" srcId="{BBFD380F-9CF0-4B9C-8BA4-A511A33D80C2}" destId="{A5A5396F-3811-3844-983A-986125415CA3}" srcOrd="1" destOrd="0" parTransId="{FCDB823A-EB86-E147-A23B-83D8C13E0196}" sibTransId="{0452FAA8-B45F-AA46-BE26-25E48C22D713}"/>
    <dgm:cxn modelId="{130F0953-6A4E-084C-A910-41637C12AE87}" srcId="{6F32130B-17B5-0848-9F04-6285FC8F6DA0}" destId="{B19789C5-CD40-7242-A73B-7EA2CC031D39}" srcOrd="0" destOrd="0" parTransId="{028B2AA2-C5A8-C843-B994-6354EAA410D6}" sibTransId="{CF2CE99D-A6E7-DF49-ADF5-1C292B7BBF63}"/>
    <dgm:cxn modelId="{89EC2A92-123E-CE4B-BCAF-ECB7302A627A}" srcId="{6F32130B-17B5-0848-9F04-6285FC8F6DA0}" destId="{1B2D7242-8BB5-2B40-B854-D5B61FB981B4}" srcOrd="1" destOrd="0" parTransId="{D163F96C-86DE-A34B-B4CE-8E061460450A}" sibTransId="{5E62BDB9-6488-934D-95B7-E016D278884E}"/>
    <dgm:cxn modelId="{B2993893-6CE9-A944-9128-4F228133B438}" type="presOf" srcId="{D832E75D-CB1B-0041-8772-D071680AD0D6}" destId="{0585C5C8-BFEE-A543-AAC0-4592F3AB7222}" srcOrd="0" destOrd="0" presId="urn:microsoft.com/office/officeart/2005/8/layout/hList1"/>
    <dgm:cxn modelId="{0077DB93-39DC-DE4F-8B6F-84EA86104D20}" type="presOf" srcId="{B19789C5-CD40-7242-A73B-7EA2CC031D39}" destId="{95333649-057D-F444-9C48-E3356C0C2F97}" srcOrd="0" destOrd="0" presId="urn:microsoft.com/office/officeart/2005/8/layout/hList1"/>
    <dgm:cxn modelId="{0F2E75A4-4E30-0C4D-8E2D-0C741AD73055}" type="presOf" srcId="{733A3F6F-9B80-C047-A562-2D7CD4EB267F}" destId="{9BCC8156-35D7-0F47-987B-EE87C05E9003}" srcOrd="0" destOrd="0" presId="urn:microsoft.com/office/officeart/2005/8/layout/hList1"/>
    <dgm:cxn modelId="{75AC35B5-7C33-6A48-BD1E-B498412796D2}" srcId="{A5A5396F-3811-3844-983A-986125415CA3}" destId="{733A3F6F-9B80-C047-A562-2D7CD4EB267F}" srcOrd="0" destOrd="0" parTransId="{B2C08319-A915-CD48-B33F-FDD500019599}" sibTransId="{C51CB5B9-AC62-7C4C-B31C-226B7E8AE5AA}"/>
    <dgm:cxn modelId="{7ACF46E3-AC2E-CC49-8859-D9AC51CADFF8}" type="presOf" srcId="{A5A5396F-3811-3844-983A-986125415CA3}" destId="{D72D4D67-4CB6-D849-A5BE-59D6A1470F06}" srcOrd="0" destOrd="0" presId="urn:microsoft.com/office/officeart/2005/8/layout/hList1"/>
    <dgm:cxn modelId="{D168D7E4-9732-3647-9CFE-3F6A1CAD9B05}" type="presOf" srcId="{A062E46F-DDCD-FB42-97E2-785000FE576E}" destId="{22F7FE52-654E-2E40-9B9C-EA06B74DBF93}" srcOrd="0" destOrd="0" presId="urn:microsoft.com/office/officeart/2005/8/layout/hList1"/>
    <dgm:cxn modelId="{97E0E7E8-7155-AA46-8B3B-3BCE35B32EB2}" srcId="{BBFD380F-9CF0-4B9C-8BA4-A511A33D80C2}" destId="{A062E46F-DDCD-FB42-97E2-785000FE576E}" srcOrd="2" destOrd="0" parTransId="{6A7D3679-27B2-C44A-9143-D7A1EDD51F99}" sibTransId="{FC24BBE6-464F-A34F-8B0C-A6DB41E88882}"/>
    <dgm:cxn modelId="{453AF73B-FB94-5E41-9657-98C5539A1F68}" type="presParOf" srcId="{E0F9E3E0-1A9F-4F85-BB67-9DF3653E0EF0}" destId="{C42D695B-3863-3C49-84A2-3D3D75329640}" srcOrd="0" destOrd="0" presId="urn:microsoft.com/office/officeart/2005/8/layout/hList1"/>
    <dgm:cxn modelId="{F0954227-E09F-794F-BC25-B0474B0DA768}" type="presParOf" srcId="{C42D695B-3863-3C49-84A2-3D3D75329640}" destId="{76E5619C-5FB0-F849-BF61-24769931DCF7}" srcOrd="0" destOrd="0" presId="urn:microsoft.com/office/officeart/2005/8/layout/hList1"/>
    <dgm:cxn modelId="{5D21516A-B6CD-5749-AC1D-49B897536CE8}" type="presParOf" srcId="{C42D695B-3863-3C49-84A2-3D3D75329640}" destId="{95333649-057D-F444-9C48-E3356C0C2F97}" srcOrd="1" destOrd="0" presId="urn:microsoft.com/office/officeart/2005/8/layout/hList1"/>
    <dgm:cxn modelId="{ACED7E28-B523-8B4D-AAF0-8843F1281150}" type="presParOf" srcId="{E0F9E3E0-1A9F-4F85-BB67-9DF3653E0EF0}" destId="{AA4EF6C9-1CA6-3E49-BD60-F2EFA5669557}" srcOrd="1" destOrd="0" presId="urn:microsoft.com/office/officeart/2005/8/layout/hList1"/>
    <dgm:cxn modelId="{2B2FCF56-24D6-6D43-B583-EFA9D8FC5545}" type="presParOf" srcId="{E0F9E3E0-1A9F-4F85-BB67-9DF3653E0EF0}" destId="{0542D994-8EE9-304F-B974-204197B564C0}" srcOrd="2" destOrd="0" presId="urn:microsoft.com/office/officeart/2005/8/layout/hList1"/>
    <dgm:cxn modelId="{57C14519-00C8-7F4B-802A-B9FF08066745}" type="presParOf" srcId="{0542D994-8EE9-304F-B974-204197B564C0}" destId="{D72D4D67-4CB6-D849-A5BE-59D6A1470F06}" srcOrd="0" destOrd="0" presId="urn:microsoft.com/office/officeart/2005/8/layout/hList1"/>
    <dgm:cxn modelId="{7F6F4BCC-F055-6647-A5F3-9B5C0B8D686E}" type="presParOf" srcId="{0542D994-8EE9-304F-B974-204197B564C0}" destId="{9BCC8156-35D7-0F47-987B-EE87C05E9003}" srcOrd="1" destOrd="0" presId="urn:microsoft.com/office/officeart/2005/8/layout/hList1"/>
    <dgm:cxn modelId="{333D7B79-0F13-4C4A-9580-8BE2176E463F}" type="presParOf" srcId="{E0F9E3E0-1A9F-4F85-BB67-9DF3653E0EF0}" destId="{5C36B4A2-0ECF-F242-9272-3CBE5EB633E8}" srcOrd="3" destOrd="0" presId="urn:microsoft.com/office/officeart/2005/8/layout/hList1"/>
    <dgm:cxn modelId="{1E8D97D1-C0AB-C346-84ED-E190FAF3A180}" type="presParOf" srcId="{E0F9E3E0-1A9F-4F85-BB67-9DF3653E0EF0}" destId="{3E62F912-E3B7-F346-BFE3-F9F7F2B30DA8}" srcOrd="4" destOrd="0" presId="urn:microsoft.com/office/officeart/2005/8/layout/hList1"/>
    <dgm:cxn modelId="{639FDC46-CDB9-5045-A43D-D8D44F46050D}" type="presParOf" srcId="{3E62F912-E3B7-F346-BFE3-F9F7F2B30DA8}" destId="{22F7FE52-654E-2E40-9B9C-EA06B74DBF93}" srcOrd="0" destOrd="0" presId="urn:microsoft.com/office/officeart/2005/8/layout/hList1"/>
    <dgm:cxn modelId="{058D4C59-C8A4-194B-9FB4-6E2A838962AF}" type="presParOf" srcId="{3E62F912-E3B7-F346-BFE3-F9F7F2B30DA8}" destId="{0585C5C8-BFEE-A543-AAC0-4592F3AB722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BFD380F-9CF0-4B9C-8BA4-A511A33D80C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6F32130B-17B5-0848-9F04-6285FC8F6DA0}">
      <dgm:prSet/>
      <dgm:spPr/>
      <dgm:t>
        <a:bodyPr/>
        <a:lstStyle/>
        <a:p>
          <a:r>
            <a:rPr kumimoji="1" lang="en" altLang="en-US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Copilot</a:t>
          </a:r>
          <a:endParaRPr lang="ja-JP" altLang="en-US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gm:t>
    </dgm:pt>
    <dgm:pt modelId="{C76AFC7D-1950-2247-9C4A-40F7F4A421F7}" type="parTrans" cxnId="{90413E27-739F-C046-9579-E19E0C2354E8}">
      <dgm:prSet/>
      <dgm:spPr/>
      <dgm:t>
        <a:bodyPr/>
        <a:lstStyle/>
        <a:p>
          <a:endParaRPr kumimoji="1" lang="ja-JP" altLang="en-US"/>
        </a:p>
      </dgm:t>
    </dgm:pt>
    <dgm:pt modelId="{B9837F65-133E-644C-BD4C-B765A95F54E9}" type="sibTrans" cxnId="{90413E27-739F-C046-9579-E19E0C2354E8}">
      <dgm:prSet/>
      <dgm:spPr/>
      <dgm:t>
        <a:bodyPr/>
        <a:lstStyle/>
        <a:p>
          <a:endParaRPr kumimoji="1" lang="ja-JP" altLang="en-US"/>
        </a:p>
      </dgm:t>
    </dgm:pt>
    <dgm:pt modelId="{A5A5396F-3811-3844-983A-986125415CA3}">
      <dgm:prSet/>
      <dgm:spPr/>
      <dgm:t>
        <a:bodyPr/>
        <a:lstStyle/>
        <a:p>
          <a:r>
            <a:rPr kumimoji="1" lang="en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Azure</a:t>
          </a:r>
          <a:endParaRPr lang="ja-JP" altLang="en-US"/>
        </a:p>
      </dgm:t>
    </dgm:pt>
    <dgm:pt modelId="{FCDB823A-EB86-E147-A23B-83D8C13E0196}" type="parTrans" cxnId="{A2624A50-8787-6346-8CF6-8694C62C70AA}">
      <dgm:prSet/>
      <dgm:spPr/>
      <dgm:t>
        <a:bodyPr/>
        <a:lstStyle/>
        <a:p>
          <a:endParaRPr kumimoji="1" lang="ja-JP" altLang="en-US"/>
        </a:p>
      </dgm:t>
    </dgm:pt>
    <dgm:pt modelId="{0452FAA8-B45F-AA46-BE26-25E48C22D713}" type="sibTrans" cxnId="{A2624A50-8787-6346-8CF6-8694C62C70AA}">
      <dgm:prSet/>
      <dgm:spPr/>
      <dgm:t>
        <a:bodyPr/>
        <a:lstStyle/>
        <a:p>
          <a:endParaRPr kumimoji="1" lang="ja-JP" altLang="en-US"/>
        </a:p>
      </dgm:t>
    </dgm:pt>
    <dgm:pt modelId="{733A3F6F-9B80-C047-A562-2D7CD4EB267F}">
      <dgm:prSet custT="1"/>
      <dgm:spPr/>
      <dgm:t>
        <a:bodyPr/>
        <a:lstStyle/>
        <a:p>
          <a:pPr algn="ctr">
            <a:buFontTx/>
            <a:buNone/>
          </a:pPr>
          <a:r>
            <a:rPr kumimoji="1" lang="en" altLang="ja-JP" sz="1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IaaS / PaaS / SaaS</a:t>
          </a:r>
          <a:br>
            <a:rPr lang="en-US" altLang="ja-JP" sz="24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r>
            <a:rPr kumimoji="1" lang="ja-JP" altLang="en-US" sz="20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クラウド基盤</a:t>
          </a:r>
          <a:endParaRPr kumimoji="1" lang="ja-JP" altLang="en-US" sz="20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B2C08319-A915-CD48-B33F-FDD500019599}" type="parTrans" cxnId="{75AC35B5-7C33-6A48-BD1E-B498412796D2}">
      <dgm:prSet/>
      <dgm:spPr/>
      <dgm:t>
        <a:bodyPr/>
        <a:lstStyle/>
        <a:p>
          <a:endParaRPr kumimoji="1" lang="ja-JP" altLang="en-US"/>
        </a:p>
      </dgm:t>
    </dgm:pt>
    <dgm:pt modelId="{C51CB5B9-AC62-7C4C-B31C-226B7E8AE5AA}" type="sibTrans" cxnId="{75AC35B5-7C33-6A48-BD1E-B498412796D2}">
      <dgm:prSet/>
      <dgm:spPr/>
      <dgm:t>
        <a:bodyPr/>
        <a:lstStyle/>
        <a:p>
          <a:endParaRPr kumimoji="1" lang="ja-JP" altLang="en-US"/>
        </a:p>
      </dgm:t>
    </dgm:pt>
    <dgm:pt modelId="{B19789C5-CD40-7242-A73B-7EA2CC031D39}">
      <dgm:prSet custT="1"/>
      <dgm:spPr/>
      <dgm:t>
        <a:bodyPr/>
        <a:lstStyle/>
        <a:p>
          <a:pPr algn="ctr">
            <a:buFontTx/>
            <a:buNone/>
          </a:pPr>
          <a:r>
            <a:rPr kumimoji="1" lang="en" altLang="ja-JP" sz="1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SaaS</a:t>
          </a:r>
          <a:endParaRPr kumimoji="1" lang="ja-JP" altLang="en-US" sz="1800">
            <a:solidFill>
              <a:schemeClr val="tx1">
                <a:lumMod val="75000"/>
                <a:lumOff val="25000"/>
              </a:schemeClr>
            </a:solidFill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gm:t>
    </dgm:pt>
    <dgm:pt modelId="{028B2AA2-C5A8-C843-B994-6354EAA410D6}" type="parTrans" cxnId="{130F0953-6A4E-084C-A910-41637C12AE87}">
      <dgm:prSet/>
      <dgm:spPr/>
      <dgm:t>
        <a:bodyPr/>
        <a:lstStyle/>
        <a:p>
          <a:endParaRPr kumimoji="1" lang="ja-JP" altLang="en-US"/>
        </a:p>
      </dgm:t>
    </dgm:pt>
    <dgm:pt modelId="{CF2CE99D-A6E7-DF49-ADF5-1C292B7BBF63}" type="sibTrans" cxnId="{130F0953-6A4E-084C-A910-41637C12AE87}">
      <dgm:prSet/>
      <dgm:spPr/>
      <dgm:t>
        <a:bodyPr/>
        <a:lstStyle/>
        <a:p>
          <a:endParaRPr kumimoji="1" lang="ja-JP" altLang="en-US"/>
        </a:p>
      </dgm:t>
    </dgm:pt>
    <dgm:pt modelId="{2AC4C511-4EC6-B149-A603-D0B721305C21}">
      <dgm:prSet custT="1"/>
      <dgm:spPr/>
      <dgm:t>
        <a:bodyPr/>
        <a:lstStyle/>
        <a:p>
          <a:pPr algn="ctr">
            <a:buFontTx/>
            <a:buNone/>
          </a:pPr>
          <a:endParaRPr kumimoji="1" lang="ja-JP" altLang="en-US" sz="24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3BB473A-D987-DE42-90E0-5A35BC6FFDB7}" type="parTrans" cxnId="{019965F6-AC0F-C44D-BE50-3A047E923A00}">
      <dgm:prSet/>
      <dgm:spPr/>
      <dgm:t>
        <a:bodyPr/>
        <a:lstStyle/>
        <a:p>
          <a:endParaRPr kumimoji="1" lang="ja-JP" altLang="en-US"/>
        </a:p>
      </dgm:t>
    </dgm:pt>
    <dgm:pt modelId="{F4768184-74AE-364F-8924-DDD2B14917FB}" type="sibTrans" cxnId="{019965F6-AC0F-C44D-BE50-3A047E923A00}">
      <dgm:prSet/>
      <dgm:spPr/>
      <dgm:t>
        <a:bodyPr/>
        <a:lstStyle/>
        <a:p>
          <a:endParaRPr kumimoji="1" lang="ja-JP" altLang="en-US"/>
        </a:p>
      </dgm:t>
    </dgm:pt>
    <dgm:pt modelId="{42EFD5C5-ED0A-2742-BF0B-D3DFAADEFAF1}">
      <dgm:prSet custT="1"/>
      <dgm:spPr/>
      <dgm:t>
        <a:bodyPr/>
        <a:lstStyle/>
        <a:p>
          <a:pPr algn="ctr">
            <a:buFontTx/>
            <a:buNone/>
          </a:pPr>
          <a:r>
            <a:rPr kumimoji="1" lang="en-US" altLang="ja-JP" sz="20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AI</a:t>
          </a:r>
          <a:endParaRPr kumimoji="1" lang="ja-JP" altLang="en-US" sz="2000">
            <a:solidFill>
              <a:schemeClr val="tx1">
                <a:lumMod val="75000"/>
                <a:lumOff val="25000"/>
              </a:schemeClr>
            </a:solidFill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gm:t>
    </dgm:pt>
    <dgm:pt modelId="{604E1CBA-6D6D-344E-8BAA-2ED68C224C10}" type="parTrans" cxnId="{C9656F36-4D24-C049-B5BD-F5016FF188D2}">
      <dgm:prSet/>
      <dgm:spPr/>
      <dgm:t>
        <a:bodyPr/>
        <a:lstStyle/>
        <a:p>
          <a:endParaRPr kumimoji="1" lang="ja-JP" altLang="en-US"/>
        </a:p>
      </dgm:t>
    </dgm:pt>
    <dgm:pt modelId="{9DC173DE-D347-3047-8A32-0D59739CBEB3}" type="sibTrans" cxnId="{C9656F36-4D24-C049-B5BD-F5016FF188D2}">
      <dgm:prSet/>
      <dgm:spPr/>
      <dgm:t>
        <a:bodyPr/>
        <a:lstStyle/>
        <a:p>
          <a:endParaRPr kumimoji="1" lang="ja-JP" altLang="en-US"/>
        </a:p>
      </dgm:t>
    </dgm:pt>
    <dgm:pt modelId="{EDB80EC5-C5A2-6043-A669-47C092BDCA7E}">
      <dgm:prSet/>
      <dgm:spPr/>
      <dgm:t>
        <a:bodyPr/>
        <a:lstStyle/>
        <a:p>
          <a:r>
            <a:rPr kumimoji="1" lang="en" altLang="en-US" dirty="0"/>
            <a:t>GitHub</a:t>
          </a:r>
          <a:endParaRPr kumimoji="1" lang="ja-JP" altLang="en-US"/>
        </a:p>
      </dgm:t>
    </dgm:pt>
    <dgm:pt modelId="{BC422E34-6400-9A42-B593-E487C4D57B9E}" type="parTrans" cxnId="{2C96A04E-CC5A-3C41-9317-63088F29B828}">
      <dgm:prSet/>
      <dgm:spPr/>
      <dgm:t>
        <a:bodyPr/>
        <a:lstStyle/>
        <a:p>
          <a:endParaRPr kumimoji="1" lang="ja-JP" altLang="en-US"/>
        </a:p>
      </dgm:t>
    </dgm:pt>
    <dgm:pt modelId="{12E5E157-9C7B-874B-877A-D307FCEE91E2}" type="sibTrans" cxnId="{2C96A04E-CC5A-3C41-9317-63088F29B828}">
      <dgm:prSet/>
      <dgm:spPr/>
      <dgm:t>
        <a:bodyPr/>
        <a:lstStyle/>
        <a:p>
          <a:endParaRPr kumimoji="1" lang="ja-JP" altLang="en-US"/>
        </a:p>
      </dgm:t>
    </dgm:pt>
    <dgm:pt modelId="{6CC4B850-DA5D-0E48-8E84-7FBF79B00531}">
      <dgm:prSet custT="1"/>
      <dgm:spPr/>
      <dgm:t>
        <a:bodyPr/>
        <a:lstStyle/>
        <a:p>
          <a:pPr algn="ctr">
            <a:buFontTx/>
            <a:buNone/>
          </a:pPr>
          <a:r>
            <a:rPr kumimoji="1" lang="en" altLang="ja-JP" sz="1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SaaS</a:t>
          </a:r>
          <a:endParaRPr kumimoji="1" lang="ja-JP" altLang="en-US" sz="1800"/>
        </a:p>
      </dgm:t>
    </dgm:pt>
    <dgm:pt modelId="{4B3B65BB-D4C8-5C49-95D4-2EF3366EB0C5}" type="parTrans" cxnId="{D6880ADA-1BAA-154C-99F5-6E696311CE40}">
      <dgm:prSet/>
      <dgm:spPr/>
      <dgm:t>
        <a:bodyPr/>
        <a:lstStyle/>
        <a:p>
          <a:endParaRPr kumimoji="1" lang="ja-JP" altLang="en-US"/>
        </a:p>
      </dgm:t>
    </dgm:pt>
    <dgm:pt modelId="{CD53320D-D657-D446-851C-A98EFAB02860}" type="sibTrans" cxnId="{D6880ADA-1BAA-154C-99F5-6E696311CE40}">
      <dgm:prSet/>
      <dgm:spPr/>
      <dgm:t>
        <a:bodyPr/>
        <a:lstStyle/>
        <a:p>
          <a:endParaRPr kumimoji="1" lang="ja-JP" altLang="en-US"/>
        </a:p>
      </dgm:t>
    </dgm:pt>
    <dgm:pt modelId="{EA13FE4A-10EC-8B48-8C1A-CABD406E5270}">
      <dgm:prSet custT="1"/>
      <dgm:spPr/>
      <dgm:t>
        <a:bodyPr/>
        <a:lstStyle/>
        <a:p>
          <a:pPr algn="ctr">
            <a:buFontTx/>
            <a:buNone/>
          </a:pPr>
          <a:r>
            <a:rPr kumimoji="1" lang="ja-JP" altLang="en-US" sz="20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開発</a:t>
          </a:r>
          <a:r>
            <a:rPr kumimoji="1" lang="en-US" altLang="ja-JP" sz="20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Platform</a:t>
          </a:r>
          <a:endParaRPr kumimoji="1" lang="ja-JP" altLang="en-US" sz="2000"/>
        </a:p>
      </dgm:t>
    </dgm:pt>
    <dgm:pt modelId="{6C41EE35-6FBE-D74B-BC48-79BB801CB696}" type="parTrans" cxnId="{B24B1553-5B12-144E-A903-A3D2FD148345}">
      <dgm:prSet/>
      <dgm:spPr/>
      <dgm:t>
        <a:bodyPr/>
        <a:lstStyle/>
        <a:p>
          <a:endParaRPr kumimoji="1" lang="ja-JP" altLang="en-US"/>
        </a:p>
      </dgm:t>
    </dgm:pt>
    <dgm:pt modelId="{F08CCB16-D2FE-0648-B5B1-8D2876B36176}" type="sibTrans" cxnId="{B24B1553-5B12-144E-A903-A3D2FD148345}">
      <dgm:prSet/>
      <dgm:spPr/>
      <dgm:t>
        <a:bodyPr/>
        <a:lstStyle/>
        <a:p>
          <a:endParaRPr kumimoji="1" lang="ja-JP" altLang="en-US"/>
        </a:p>
      </dgm:t>
    </dgm:pt>
    <dgm:pt modelId="{E0F9E3E0-1A9F-4F85-BB67-9DF3653E0EF0}" type="pres">
      <dgm:prSet presAssocID="{BBFD380F-9CF0-4B9C-8BA4-A511A33D80C2}" presName="Name0" presStyleCnt="0">
        <dgm:presLayoutVars>
          <dgm:dir/>
          <dgm:animLvl val="lvl"/>
          <dgm:resizeHandles val="exact"/>
        </dgm:presLayoutVars>
      </dgm:prSet>
      <dgm:spPr/>
    </dgm:pt>
    <dgm:pt modelId="{8C18FFA0-5EC4-4142-8858-6ED9B19FCF99}" type="pres">
      <dgm:prSet presAssocID="{EDB80EC5-C5A2-6043-A669-47C092BDCA7E}" presName="composite" presStyleCnt="0"/>
      <dgm:spPr/>
    </dgm:pt>
    <dgm:pt modelId="{F45F19D3-4EDD-4C4D-B9EB-A91BDCCADF1D}" type="pres">
      <dgm:prSet presAssocID="{EDB80EC5-C5A2-6043-A669-47C092BDCA7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F181A566-BE94-2648-94DD-A11399A7004D}" type="pres">
      <dgm:prSet presAssocID="{EDB80EC5-C5A2-6043-A669-47C092BDCA7E}" presName="desTx" presStyleLbl="alignAccFollowNode1" presStyleIdx="0" presStyleCnt="3">
        <dgm:presLayoutVars>
          <dgm:bulletEnabled val="1"/>
        </dgm:presLayoutVars>
      </dgm:prSet>
      <dgm:spPr/>
    </dgm:pt>
    <dgm:pt modelId="{F0904DBB-6FC0-774A-BEA6-7A271F40978B}" type="pres">
      <dgm:prSet presAssocID="{12E5E157-9C7B-874B-877A-D307FCEE91E2}" presName="space" presStyleCnt="0"/>
      <dgm:spPr/>
    </dgm:pt>
    <dgm:pt modelId="{C42D695B-3863-3C49-84A2-3D3D75329640}" type="pres">
      <dgm:prSet presAssocID="{6F32130B-17B5-0848-9F04-6285FC8F6DA0}" presName="composite" presStyleCnt="0"/>
      <dgm:spPr/>
    </dgm:pt>
    <dgm:pt modelId="{76E5619C-5FB0-F849-BF61-24769931DCF7}" type="pres">
      <dgm:prSet presAssocID="{6F32130B-17B5-0848-9F04-6285FC8F6DA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5333649-057D-F444-9C48-E3356C0C2F97}" type="pres">
      <dgm:prSet presAssocID="{6F32130B-17B5-0848-9F04-6285FC8F6DA0}" presName="desTx" presStyleLbl="alignAccFollowNode1" presStyleIdx="1" presStyleCnt="3">
        <dgm:presLayoutVars>
          <dgm:bulletEnabled val="1"/>
        </dgm:presLayoutVars>
      </dgm:prSet>
      <dgm:spPr/>
    </dgm:pt>
    <dgm:pt modelId="{AA4EF6C9-1CA6-3E49-BD60-F2EFA5669557}" type="pres">
      <dgm:prSet presAssocID="{B9837F65-133E-644C-BD4C-B765A95F54E9}" presName="space" presStyleCnt="0"/>
      <dgm:spPr/>
    </dgm:pt>
    <dgm:pt modelId="{0542D994-8EE9-304F-B974-204197B564C0}" type="pres">
      <dgm:prSet presAssocID="{A5A5396F-3811-3844-983A-986125415CA3}" presName="composite" presStyleCnt="0"/>
      <dgm:spPr/>
    </dgm:pt>
    <dgm:pt modelId="{D72D4D67-4CB6-D849-A5BE-59D6A1470F06}" type="pres">
      <dgm:prSet presAssocID="{A5A5396F-3811-3844-983A-986125415CA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9BCC8156-35D7-0F47-987B-EE87C05E9003}" type="pres">
      <dgm:prSet presAssocID="{A5A5396F-3811-3844-983A-986125415CA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6A43902-3480-114B-BF41-6575C36D6A37}" type="presOf" srcId="{EDB80EC5-C5A2-6043-A669-47C092BDCA7E}" destId="{F45F19D3-4EDD-4C4D-B9EB-A91BDCCADF1D}" srcOrd="0" destOrd="0" presId="urn:microsoft.com/office/officeart/2005/8/layout/hList1"/>
    <dgm:cxn modelId="{69F9F10A-D8DA-FC4E-BA7C-CB3AB22F8D85}" type="presOf" srcId="{2AC4C511-4EC6-B149-A603-D0B721305C21}" destId="{9BCC8156-35D7-0F47-987B-EE87C05E9003}" srcOrd="0" destOrd="1" presId="urn:microsoft.com/office/officeart/2005/8/layout/hList1"/>
    <dgm:cxn modelId="{E8A5EA1C-B1BC-4407-A041-88DCE4646F91}" type="presOf" srcId="{BBFD380F-9CF0-4B9C-8BA4-A511A33D80C2}" destId="{E0F9E3E0-1A9F-4F85-BB67-9DF3653E0EF0}" srcOrd="0" destOrd="0" presId="urn:microsoft.com/office/officeart/2005/8/layout/hList1"/>
    <dgm:cxn modelId="{90413E27-739F-C046-9579-E19E0C2354E8}" srcId="{BBFD380F-9CF0-4B9C-8BA4-A511A33D80C2}" destId="{6F32130B-17B5-0848-9F04-6285FC8F6DA0}" srcOrd="1" destOrd="0" parTransId="{C76AFC7D-1950-2247-9C4A-40F7F4A421F7}" sibTransId="{B9837F65-133E-644C-BD4C-B765A95F54E9}"/>
    <dgm:cxn modelId="{C9656F36-4D24-C049-B5BD-F5016FF188D2}" srcId="{6F32130B-17B5-0848-9F04-6285FC8F6DA0}" destId="{42EFD5C5-ED0A-2742-BF0B-D3DFAADEFAF1}" srcOrd="1" destOrd="0" parTransId="{604E1CBA-6D6D-344E-8BAA-2ED68C224C10}" sibTransId="{9DC173DE-D347-3047-8A32-0D59739CBEB3}"/>
    <dgm:cxn modelId="{0A0ABD48-143B-A042-9777-15B1E0E2DB53}" type="presOf" srcId="{42EFD5C5-ED0A-2742-BF0B-D3DFAADEFAF1}" destId="{95333649-057D-F444-9C48-E3356C0C2F97}" srcOrd="0" destOrd="1" presId="urn:microsoft.com/office/officeart/2005/8/layout/hList1"/>
    <dgm:cxn modelId="{346D884C-2651-DE4D-8A1C-9EF6067EFA1A}" type="presOf" srcId="{6F32130B-17B5-0848-9F04-6285FC8F6DA0}" destId="{76E5619C-5FB0-F849-BF61-24769931DCF7}" srcOrd="0" destOrd="0" presId="urn:microsoft.com/office/officeart/2005/8/layout/hList1"/>
    <dgm:cxn modelId="{2C96A04E-CC5A-3C41-9317-63088F29B828}" srcId="{BBFD380F-9CF0-4B9C-8BA4-A511A33D80C2}" destId="{EDB80EC5-C5A2-6043-A669-47C092BDCA7E}" srcOrd="0" destOrd="0" parTransId="{BC422E34-6400-9A42-B593-E487C4D57B9E}" sibTransId="{12E5E157-9C7B-874B-877A-D307FCEE91E2}"/>
    <dgm:cxn modelId="{A2624A50-8787-6346-8CF6-8694C62C70AA}" srcId="{BBFD380F-9CF0-4B9C-8BA4-A511A33D80C2}" destId="{A5A5396F-3811-3844-983A-986125415CA3}" srcOrd="2" destOrd="0" parTransId="{FCDB823A-EB86-E147-A23B-83D8C13E0196}" sibTransId="{0452FAA8-B45F-AA46-BE26-25E48C22D713}"/>
    <dgm:cxn modelId="{130F0953-6A4E-084C-A910-41637C12AE87}" srcId="{6F32130B-17B5-0848-9F04-6285FC8F6DA0}" destId="{B19789C5-CD40-7242-A73B-7EA2CC031D39}" srcOrd="0" destOrd="0" parTransId="{028B2AA2-C5A8-C843-B994-6354EAA410D6}" sibTransId="{CF2CE99D-A6E7-DF49-ADF5-1C292B7BBF63}"/>
    <dgm:cxn modelId="{B24B1553-5B12-144E-A903-A3D2FD148345}" srcId="{EDB80EC5-C5A2-6043-A669-47C092BDCA7E}" destId="{EA13FE4A-10EC-8B48-8C1A-CABD406E5270}" srcOrd="1" destOrd="0" parTransId="{6C41EE35-6FBE-D74B-BC48-79BB801CB696}" sibTransId="{F08CCB16-D2FE-0648-B5B1-8D2876B36176}"/>
    <dgm:cxn modelId="{865EF259-68D4-884D-81E3-BE1BADCE9BB8}" type="presOf" srcId="{6CC4B850-DA5D-0E48-8E84-7FBF79B00531}" destId="{F181A566-BE94-2648-94DD-A11399A7004D}" srcOrd="0" destOrd="0" presId="urn:microsoft.com/office/officeart/2005/8/layout/hList1"/>
    <dgm:cxn modelId="{0077DB93-39DC-DE4F-8B6F-84EA86104D20}" type="presOf" srcId="{B19789C5-CD40-7242-A73B-7EA2CC031D39}" destId="{95333649-057D-F444-9C48-E3356C0C2F97}" srcOrd="0" destOrd="0" presId="urn:microsoft.com/office/officeart/2005/8/layout/hList1"/>
    <dgm:cxn modelId="{EA301EA4-3368-8A4B-9C59-2D0049188BAF}" type="presOf" srcId="{EA13FE4A-10EC-8B48-8C1A-CABD406E5270}" destId="{F181A566-BE94-2648-94DD-A11399A7004D}" srcOrd="0" destOrd="1" presId="urn:microsoft.com/office/officeart/2005/8/layout/hList1"/>
    <dgm:cxn modelId="{0F2E75A4-4E30-0C4D-8E2D-0C741AD73055}" type="presOf" srcId="{733A3F6F-9B80-C047-A562-2D7CD4EB267F}" destId="{9BCC8156-35D7-0F47-987B-EE87C05E9003}" srcOrd="0" destOrd="0" presId="urn:microsoft.com/office/officeart/2005/8/layout/hList1"/>
    <dgm:cxn modelId="{75AC35B5-7C33-6A48-BD1E-B498412796D2}" srcId="{A5A5396F-3811-3844-983A-986125415CA3}" destId="{733A3F6F-9B80-C047-A562-2D7CD4EB267F}" srcOrd="0" destOrd="0" parTransId="{B2C08319-A915-CD48-B33F-FDD500019599}" sibTransId="{C51CB5B9-AC62-7C4C-B31C-226B7E8AE5AA}"/>
    <dgm:cxn modelId="{D6880ADA-1BAA-154C-99F5-6E696311CE40}" srcId="{EDB80EC5-C5A2-6043-A669-47C092BDCA7E}" destId="{6CC4B850-DA5D-0E48-8E84-7FBF79B00531}" srcOrd="0" destOrd="0" parTransId="{4B3B65BB-D4C8-5C49-95D4-2EF3366EB0C5}" sibTransId="{CD53320D-D657-D446-851C-A98EFAB02860}"/>
    <dgm:cxn modelId="{7ACF46E3-AC2E-CC49-8859-D9AC51CADFF8}" type="presOf" srcId="{A5A5396F-3811-3844-983A-986125415CA3}" destId="{D72D4D67-4CB6-D849-A5BE-59D6A1470F06}" srcOrd="0" destOrd="0" presId="urn:microsoft.com/office/officeart/2005/8/layout/hList1"/>
    <dgm:cxn modelId="{019965F6-AC0F-C44D-BE50-3A047E923A00}" srcId="{A5A5396F-3811-3844-983A-986125415CA3}" destId="{2AC4C511-4EC6-B149-A603-D0B721305C21}" srcOrd="1" destOrd="0" parTransId="{53BB473A-D987-DE42-90E0-5A35BC6FFDB7}" sibTransId="{F4768184-74AE-364F-8924-DDD2B14917FB}"/>
    <dgm:cxn modelId="{883A76A7-AA22-5345-B515-395C793BD5B4}" type="presParOf" srcId="{E0F9E3E0-1A9F-4F85-BB67-9DF3653E0EF0}" destId="{8C18FFA0-5EC4-4142-8858-6ED9B19FCF99}" srcOrd="0" destOrd="0" presId="urn:microsoft.com/office/officeart/2005/8/layout/hList1"/>
    <dgm:cxn modelId="{B0A25B24-2AD3-224B-B6A8-B79A92C8F595}" type="presParOf" srcId="{8C18FFA0-5EC4-4142-8858-6ED9B19FCF99}" destId="{F45F19D3-4EDD-4C4D-B9EB-A91BDCCADF1D}" srcOrd="0" destOrd="0" presId="urn:microsoft.com/office/officeart/2005/8/layout/hList1"/>
    <dgm:cxn modelId="{9F7CA526-9340-1840-B588-A266127453B2}" type="presParOf" srcId="{8C18FFA0-5EC4-4142-8858-6ED9B19FCF99}" destId="{F181A566-BE94-2648-94DD-A11399A7004D}" srcOrd="1" destOrd="0" presId="urn:microsoft.com/office/officeart/2005/8/layout/hList1"/>
    <dgm:cxn modelId="{1DA2D38F-2116-BA48-A908-41FD0EE2C059}" type="presParOf" srcId="{E0F9E3E0-1A9F-4F85-BB67-9DF3653E0EF0}" destId="{F0904DBB-6FC0-774A-BEA6-7A271F40978B}" srcOrd="1" destOrd="0" presId="urn:microsoft.com/office/officeart/2005/8/layout/hList1"/>
    <dgm:cxn modelId="{453AF73B-FB94-5E41-9657-98C5539A1F68}" type="presParOf" srcId="{E0F9E3E0-1A9F-4F85-BB67-9DF3653E0EF0}" destId="{C42D695B-3863-3C49-84A2-3D3D75329640}" srcOrd="2" destOrd="0" presId="urn:microsoft.com/office/officeart/2005/8/layout/hList1"/>
    <dgm:cxn modelId="{F0954227-E09F-794F-BC25-B0474B0DA768}" type="presParOf" srcId="{C42D695B-3863-3C49-84A2-3D3D75329640}" destId="{76E5619C-5FB0-F849-BF61-24769931DCF7}" srcOrd="0" destOrd="0" presId="urn:microsoft.com/office/officeart/2005/8/layout/hList1"/>
    <dgm:cxn modelId="{5D21516A-B6CD-5749-AC1D-49B897536CE8}" type="presParOf" srcId="{C42D695B-3863-3C49-84A2-3D3D75329640}" destId="{95333649-057D-F444-9C48-E3356C0C2F97}" srcOrd="1" destOrd="0" presId="urn:microsoft.com/office/officeart/2005/8/layout/hList1"/>
    <dgm:cxn modelId="{ACED7E28-B523-8B4D-AAF0-8843F1281150}" type="presParOf" srcId="{E0F9E3E0-1A9F-4F85-BB67-9DF3653E0EF0}" destId="{AA4EF6C9-1CA6-3E49-BD60-F2EFA5669557}" srcOrd="3" destOrd="0" presId="urn:microsoft.com/office/officeart/2005/8/layout/hList1"/>
    <dgm:cxn modelId="{2B2FCF56-24D6-6D43-B583-EFA9D8FC5545}" type="presParOf" srcId="{E0F9E3E0-1A9F-4F85-BB67-9DF3653E0EF0}" destId="{0542D994-8EE9-304F-B974-204197B564C0}" srcOrd="4" destOrd="0" presId="urn:microsoft.com/office/officeart/2005/8/layout/hList1"/>
    <dgm:cxn modelId="{57C14519-00C8-7F4B-802A-B9FF08066745}" type="presParOf" srcId="{0542D994-8EE9-304F-B974-204197B564C0}" destId="{D72D4D67-4CB6-D849-A5BE-59D6A1470F06}" srcOrd="0" destOrd="0" presId="urn:microsoft.com/office/officeart/2005/8/layout/hList1"/>
    <dgm:cxn modelId="{7F6F4BCC-F055-6647-A5F3-9B5C0B8D686E}" type="presParOf" srcId="{0542D994-8EE9-304F-B974-204197B564C0}" destId="{9BCC8156-35D7-0F47-987B-EE87C05E900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E5619C-5FB0-F849-BF61-24769931DCF7}">
      <dsp:nvSpPr>
        <dsp:cNvPr id="0" name=""/>
        <dsp:cNvSpPr/>
      </dsp:nvSpPr>
      <dsp:spPr>
        <a:xfrm>
          <a:off x="3279" y="381142"/>
          <a:ext cx="3197743" cy="892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altLang="ja-JP" sz="31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Respect</a:t>
          </a:r>
          <a:endParaRPr lang="ja-JP" altLang="en-US" sz="3100" kern="1200"/>
        </a:p>
      </dsp:txBody>
      <dsp:txXfrm>
        <a:off x="3279" y="381142"/>
        <a:ext cx="3197743" cy="892800"/>
      </dsp:txXfrm>
    </dsp:sp>
    <dsp:sp modelId="{95333649-057D-F444-9C48-E3356C0C2F97}">
      <dsp:nvSpPr>
        <dsp:cNvPr id="0" name=""/>
        <dsp:cNvSpPr/>
      </dsp:nvSpPr>
      <dsp:spPr>
        <a:xfrm>
          <a:off x="3279" y="1273942"/>
          <a:ext cx="3197743" cy="212737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24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尊重</a:t>
          </a:r>
          <a:br>
            <a:rPr lang="en-US" altLang="ja-JP" sz="24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br>
            <a:rPr lang="en-US" altLang="ja-JP" sz="24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r>
            <a:rPr lang="ja-JP" altLang="en-US" sz="24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他者の考え、背景や気持ちを重要視する価値観</a:t>
          </a:r>
          <a:endParaRPr kumimoji="1" lang="ja-JP" altLang="en-US" sz="2400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3279" y="1273942"/>
        <a:ext cx="3197743" cy="2127375"/>
      </dsp:txXfrm>
    </dsp:sp>
    <dsp:sp modelId="{D72D4D67-4CB6-D849-A5BE-59D6A1470F06}">
      <dsp:nvSpPr>
        <dsp:cNvPr id="0" name=""/>
        <dsp:cNvSpPr/>
      </dsp:nvSpPr>
      <dsp:spPr>
        <a:xfrm>
          <a:off x="3648706" y="381142"/>
          <a:ext cx="3197743" cy="892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altLang="ja-JP" sz="31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Integrity</a:t>
          </a:r>
          <a:endParaRPr lang="ja-JP" altLang="en-US" sz="3100" kern="1200"/>
        </a:p>
      </dsp:txBody>
      <dsp:txXfrm>
        <a:off x="3648706" y="381142"/>
        <a:ext cx="3197743" cy="892800"/>
      </dsp:txXfrm>
    </dsp:sp>
    <dsp:sp modelId="{9BCC8156-35D7-0F47-987B-EE87C05E9003}">
      <dsp:nvSpPr>
        <dsp:cNvPr id="0" name=""/>
        <dsp:cNvSpPr/>
      </dsp:nvSpPr>
      <dsp:spPr>
        <a:xfrm>
          <a:off x="3648706" y="1273942"/>
          <a:ext cx="3197743" cy="212737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24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誠実性</a:t>
          </a:r>
          <a:br>
            <a:rPr lang="en-US" altLang="ja-JP" sz="24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br>
            <a:rPr lang="en-US" altLang="ja-JP" sz="24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r>
            <a:rPr lang="ja-JP" altLang="en-US" sz="24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正直で倫理的、信頼できる行動を重視する価値観</a:t>
          </a:r>
          <a:endParaRPr kumimoji="1" lang="ja-JP" altLang="en-US" sz="2400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3648706" y="1273942"/>
        <a:ext cx="3197743" cy="2127375"/>
      </dsp:txXfrm>
    </dsp:sp>
    <dsp:sp modelId="{22F7FE52-654E-2E40-9B9C-EA06B74DBF93}">
      <dsp:nvSpPr>
        <dsp:cNvPr id="0" name=""/>
        <dsp:cNvSpPr/>
      </dsp:nvSpPr>
      <dsp:spPr>
        <a:xfrm>
          <a:off x="7294134" y="381142"/>
          <a:ext cx="3197743" cy="892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altLang="ja-JP" sz="31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Accountability</a:t>
          </a:r>
          <a:endParaRPr lang="ja-JP" altLang="en-US" sz="3100" kern="1200"/>
        </a:p>
      </dsp:txBody>
      <dsp:txXfrm>
        <a:off x="7294134" y="381142"/>
        <a:ext cx="3197743" cy="892800"/>
      </dsp:txXfrm>
    </dsp:sp>
    <dsp:sp modelId="{0585C5C8-BFEE-A543-AAC0-4592F3AB7222}">
      <dsp:nvSpPr>
        <dsp:cNvPr id="0" name=""/>
        <dsp:cNvSpPr/>
      </dsp:nvSpPr>
      <dsp:spPr>
        <a:xfrm>
          <a:off x="7294134" y="1273942"/>
          <a:ext cx="3197743" cy="212737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24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責任感</a:t>
          </a:r>
          <a:br>
            <a:rPr lang="en-US" altLang="ja-JP" sz="24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br>
            <a:rPr lang="en-US" altLang="ja-JP" sz="24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r>
            <a:rPr lang="ja-JP" altLang="en-US" sz="24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意思決定・行動・成果に対して責任を持つ価値観</a:t>
          </a:r>
          <a:endParaRPr kumimoji="1" lang="ja-JP" altLang="en-US" sz="2400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7294134" y="1273942"/>
        <a:ext cx="3197743" cy="21273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E02160-E9EF-4E9A-8865-6865E2727651}">
      <dsp:nvSpPr>
        <dsp:cNvPr id="0" name=""/>
        <dsp:cNvSpPr/>
      </dsp:nvSpPr>
      <dsp:spPr>
        <a:xfrm>
          <a:off x="9242" y="213078"/>
          <a:ext cx="5524797" cy="2209919"/>
        </a:xfrm>
        <a:prstGeom prst="chevron">
          <a:avLst/>
        </a:prstGeom>
        <a:solidFill>
          <a:srgbClr val="C83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altLang="ja-JP" sz="28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Know-it-all</a:t>
          </a:r>
          <a:endParaRPr lang="en-US" altLang="ja-JP" sz="2800" kern="1200" dirty="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000" kern="1200">
              <a:latin typeface="UD Digi Kyokasho N-R" panose="02020400000000000000" pitchFamily="49" charset="-128"/>
              <a:ea typeface="UD Digi Kyokasho N-R" panose="02020400000000000000" pitchFamily="49" charset="-128"/>
            </a:rPr>
            <a:t>万能主義</a:t>
          </a:r>
          <a:r>
            <a:rPr lang="en-US" altLang="ja-JP" sz="20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 </a:t>
          </a: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000" kern="1200">
              <a:latin typeface="UD Digi Kyokasho N-R" panose="02020400000000000000" pitchFamily="49" charset="-128"/>
              <a:ea typeface="UD Digi Kyokasho N-R" panose="02020400000000000000" pitchFamily="49" charset="-128"/>
            </a:rPr>
            <a:t>知らない＝弱いこと</a:t>
          </a: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000" kern="1200"/>
            <a:t>～</a:t>
          </a:r>
          <a:r>
            <a:rPr lang="en-US" altLang="ja-JP" sz="2000" kern="1200" dirty="0"/>
            <a:t>2013</a:t>
          </a:r>
          <a:r>
            <a:rPr lang="ja-JP" altLang="en-US" sz="2000" kern="1200"/>
            <a:t>年頃</a:t>
          </a:r>
          <a:endParaRPr lang="en-US" altLang="ja-JP" sz="2000" kern="1200" dirty="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sp:txBody>
      <dsp:txXfrm>
        <a:off x="1114202" y="213078"/>
        <a:ext cx="3314878" cy="2209919"/>
      </dsp:txXfrm>
    </dsp:sp>
    <dsp:sp modelId="{F7549554-C101-4AA9-A218-A4A9E912AD0A}">
      <dsp:nvSpPr>
        <dsp:cNvPr id="0" name=""/>
        <dsp:cNvSpPr/>
      </dsp:nvSpPr>
      <dsp:spPr>
        <a:xfrm>
          <a:off x="4981560" y="213078"/>
          <a:ext cx="5524797" cy="2209919"/>
        </a:xfrm>
        <a:prstGeom prst="chevron">
          <a:avLst/>
        </a:prstGeom>
        <a:solidFill>
          <a:srgbClr val="4775E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altLang="ja-JP" sz="28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Learn-it-all</a:t>
          </a:r>
          <a:endParaRPr lang="en-US" altLang="ja-JP" sz="2800" kern="1200" dirty="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000" kern="1200">
              <a:latin typeface="UD Digi Kyokasho N-R" panose="02020400000000000000" pitchFamily="49" charset="-128"/>
              <a:ea typeface="UD Digi Kyokasho N-R" panose="02020400000000000000" pitchFamily="49" charset="-128"/>
            </a:rPr>
            <a:t>学習主義</a:t>
          </a:r>
          <a:r>
            <a:rPr lang="en-US" altLang="ja-JP" sz="20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000" kern="1200">
              <a:latin typeface="UD Digi Kyokasho N-R" panose="02020400000000000000" pitchFamily="49" charset="-128"/>
              <a:ea typeface="UD Digi Kyokasho N-R" panose="02020400000000000000" pitchFamily="49" charset="-128"/>
            </a:rPr>
            <a:t>知らない＝学びの出発点</a:t>
          </a:r>
          <a:endParaRPr lang="en-US" altLang="ja-JP" sz="2000" kern="1200" dirty="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2000" kern="1200" dirty="0"/>
            <a:t>2014</a:t>
          </a:r>
          <a:r>
            <a:rPr lang="ja-JP" altLang="en-US" sz="2000" kern="1200"/>
            <a:t>年～</a:t>
          </a:r>
          <a:endParaRPr kumimoji="1" lang="ja-JP" altLang="en-US" sz="2000" kern="1200" dirty="0">
            <a:latin typeface="UD Digi Kyokasho N-R" panose="02020400000000000000" pitchFamily="49" charset="-128"/>
            <a:ea typeface="UD Digi Kyokasho N-R" panose="02020400000000000000" pitchFamily="49" charset="-128"/>
            <a:cs typeface="メイリオ" panose="020B0604030504040204" pitchFamily="50" charset="-128"/>
          </a:endParaRPr>
        </a:p>
      </dsp:txBody>
      <dsp:txXfrm>
        <a:off x="6086520" y="213078"/>
        <a:ext cx="3314878" cy="22099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E02160-E9EF-4E9A-8865-6865E2727651}">
      <dsp:nvSpPr>
        <dsp:cNvPr id="0" name=""/>
        <dsp:cNvSpPr/>
      </dsp:nvSpPr>
      <dsp:spPr>
        <a:xfrm>
          <a:off x="3080" y="567363"/>
          <a:ext cx="3753370" cy="1501348"/>
        </a:xfrm>
        <a:prstGeom prst="chevron">
          <a:avLst/>
        </a:prstGeom>
        <a:solidFill>
          <a:srgbClr val="C83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4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Windows </a:t>
          </a:r>
          <a:r>
            <a:rPr lang="ja-JP" altLang="en-US" sz="2400" kern="1200">
              <a:latin typeface="UD Digi Kyokasho N-R" panose="02020400000000000000" pitchFamily="49" charset="-128"/>
              <a:ea typeface="UD Digi Kyokasho N-R" panose="02020400000000000000" pitchFamily="49" charset="-128"/>
            </a:rPr>
            <a:t>ファースト</a:t>
          </a:r>
          <a:endParaRPr lang="en-US" altLang="ja-JP" sz="2400" kern="1200" dirty="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000" kern="1200">
              <a:latin typeface="UD Digi Kyokasho N-R" panose="02020400000000000000" pitchFamily="49" charset="-128"/>
              <a:ea typeface="UD Digi Kyokasho N-R" panose="02020400000000000000" pitchFamily="49" charset="-128"/>
            </a:rPr>
            <a:t>～</a:t>
          </a:r>
          <a:r>
            <a:rPr lang="en-US" altLang="ja-JP" sz="20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2010</a:t>
          </a:r>
          <a:r>
            <a:rPr lang="ja-JP" altLang="en-US" sz="2000" kern="1200">
              <a:latin typeface="UD Digi Kyokasho N-R" panose="02020400000000000000" pitchFamily="49" charset="-128"/>
              <a:ea typeface="UD Digi Kyokasho N-R" panose="02020400000000000000" pitchFamily="49" charset="-128"/>
            </a:rPr>
            <a:t>年代前半</a:t>
          </a:r>
          <a:endParaRPr lang="en-US" altLang="ja-JP" sz="2000" kern="1200" dirty="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sp:txBody>
      <dsp:txXfrm>
        <a:off x="753754" y="567363"/>
        <a:ext cx="2252022" cy="1501348"/>
      </dsp:txXfrm>
    </dsp:sp>
    <dsp:sp modelId="{F7549554-C101-4AA9-A218-A4A9E912AD0A}">
      <dsp:nvSpPr>
        <dsp:cNvPr id="0" name=""/>
        <dsp:cNvSpPr/>
      </dsp:nvSpPr>
      <dsp:spPr>
        <a:xfrm>
          <a:off x="3381114" y="567363"/>
          <a:ext cx="3753370" cy="1501348"/>
        </a:xfrm>
        <a:prstGeom prst="chevron">
          <a:avLst/>
        </a:prstGeom>
        <a:solidFill>
          <a:srgbClr val="4775E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300" kern="1200">
              <a:latin typeface="UD Digi Kyokasho N-R" panose="02020400000000000000" pitchFamily="49" charset="-128"/>
              <a:ea typeface="UD Digi Kyokasho N-R" panose="02020400000000000000" pitchFamily="49" charset="-128"/>
              <a:cs typeface="メイリオ" panose="020B0604030504040204" pitchFamily="50" charset="-128"/>
            </a:rPr>
            <a:t>モバイル</a:t>
          </a:r>
          <a:r>
            <a:rPr kumimoji="1" lang="en-US" altLang="ja-JP" sz="2300" kern="1200" dirty="0">
              <a:latin typeface="UD Digi Kyokasho N-R" panose="02020400000000000000" pitchFamily="49" charset="-128"/>
              <a:ea typeface="UD Digi Kyokasho N-R" panose="02020400000000000000" pitchFamily="49" charset="-128"/>
              <a:cs typeface="メイリオ" panose="020B0604030504040204" pitchFamily="50" charset="-128"/>
            </a:rPr>
            <a:t>/</a:t>
          </a:r>
          <a:r>
            <a:rPr kumimoji="1" lang="ja-JP" altLang="en-US" sz="2300" kern="1200">
              <a:latin typeface="UD Digi Kyokasho N-R" panose="02020400000000000000" pitchFamily="49" charset="-128"/>
              <a:ea typeface="UD Digi Kyokasho N-R" panose="02020400000000000000" pitchFamily="49" charset="-128"/>
              <a:cs typeface="メイリオ" panose="020B0604030504040204" pitchFamily="50" charset="-128"/>
            </a:rPr>
            <a:t>クラウドファースト</a:t>
          </a:r>
          <a:endParaRPr kumimoji="1" lang="en-US" altLang="ja-JP" sz="2300" kern="1200" dirty="0">
            <a:latin typeface="UD Digi Kyokasho N-R" panose="02020400000000000000" pitchFamily="49" charset="-128"/>
            <a:ea typeface="UD Digi Kyokasho N-R" panose="02020400000000000000" pitchFamily="49" charset="-128"/>
            <a:cs typeface="メイリオ" panose="020B0604030504040204" pitchFamily="50" charset="-128"/>
          </a:endParaRP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20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2014</a:t>
          </a:r>
          <a:r>
            <a:rPr lang="ja-JP" altLang="en-US" sz="2000" kern="1200">
              <a:latin typeface="UD Digi Kyokasho N-R" panose="02020400000000000000" pitchFamily="49" charset="-128"/>
              <a:ea typeface="UD Digi Kyokasho N-R" panose="02020400000000000000" pitchFamily="49" charset="-128"/>
            </a:rPr>
            <a:t>年頃</a:t>
          </a:r>
          <a:r>
            <a:rPr lang="en-US" altLang="ja-JP" sz="20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〜</a:t>
          </a:r>
          <a:endParaRPr kumimoji="1" lang="ja-JP" altLang="en-US" sz="2000" kern="1200" dirty="0">
            <a:latin typeface="UD Digi Kyokasho N-R" panose="02020400000000000000" pitchFamily="49" charset="-128"/>
            <a:ea typeface="UD Digi Kyokasho N-R" panose="02020400000000000000" pitchFamily="49" charset="-128"/>
            <a:cs typeface="メイリオ" panose="020B0604030504040204" pitchFamily="50" charset="-128"/>
          </a:endParaRPr>
        </a:p>
      </dsp:txBody>
      <dsp:txXfrm>
        <a:off x="4131788" y="567363"/>
        <a:ext cx="2252022" cy="1501348"/>
      </dsp:txXfrm>
    </dsp:sp>
    <dsp:sp modelId="{7EFB1383-952A-0B4D-B2D9-93885F1F83DA}">
      <dsp:nvSpPr>
        <dsp:cNvPr id="0" name=""/>
        <dsp:cNvSpPr/>
      </dsp:nvSpPr>
      <dsp:spPr>
        <a:xfrm>
          <a:off x="6759148" y="567363"/>
          <a:ext cx="3753370" cy="15013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27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AI</a:t>
          </a:r>
          <a:r>
            <a:rPr lang="ja-JP" altLang="en-US" sz="2700" kern="1200">
              <a:latin typeface="UD Digi Kyokasho N-R" panose="02020400000000000000" pitchFamily="49" charset="-128"/>
              <a:ea typeface="UD Digi Kyokasho N-R" panose="02020400000000000000" pitchFamily="49" charset="-128"/>
            </a:rPr>
            <a:t>ファースト</a:t>
          </a:r>
          <a:endParaRPr lang="en-US" altLang="ja-JP" sz="2700" kern="1200" dirty="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20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2023</a:t>
          </a:r>
          <a:r>
            <a:rPr lang="ja-JP" altLang="en-US" sz="2000" kern="1200">
              <a:latin typeface="UD Digi Kyokasho N-R" panose="02020400000000000000" pitchFamily="49" charset="-128"/>
              <a:ea typeface="UD Digi Kyokasho N-R" panose="02020400000000000000" pitchFamily="49" charset="-128"/>
            </a:rPr>
            <a:t>年頃</a:t>
          </a:r>
          <a:r>
            <a:rPr lang="en-US" altLang="ja-JP" sz="20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〜</a:t>
          </a:r>
          <a:endParaRPr lang="ja-JP" altLang="en-US" sz="2000" kern="120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sp:txBody>
      <dsp:txXfrm>
        <a:off x="7509822" y="567363"/>
        <a:ext cx="2252022" cy="15013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E5619C-5FB0-F849-BF61-24769931DCF7}">
      <dsp:nvSpPr>
        <dsp:cNvPr id="0" name=""/>
        <dsp:cNvSpPr/>
      </dsp:nvSpPr>
      <dsp:spPr>
        <a:xfrm>
          <a:off x="3279" y="15499"/>
          <a:ext cx="3197743" cy="892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ja-JP" sz="31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IaaS</a:t>
          </a:r>
          <a:endParaRPr lang="ja-JP" altLang="en-US" sz="3100" kern="1200"/>
        </a:p>
      </dsp:txBody>
      <dsp:txXfrm>
        <a:off x="3279" y="15499"/>
        <a:ext cx="3197743" cy="892800"/>
      </dsp:txXfrm>
    </dsp:sp>
    <dsp:sp modelId="{95333649-057D-F444-9C48-E3356C0C2F97}">
      <dsp:nvSpPr>
        <dsp:cNvPr id="0" name=""/>
        <dsp:cNvSpPr/>
      </dsp:nvSpPr>
      <dsp:spPr>
        <a:xfrm>
          <a:off x="3279" y="908299"/>
          <a:ext cx="3197743" cy="28586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en" altLang="en-US" sz="17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Infrastructure as a Service</a:t>
          </a:r>
          <a:endParaRPr kumimoji="1" lang="ja-JP" altLang="en-US" sz="1700" kern="1200">
            <a:solidFill>
              <a:schemeClr val="tx1">
                <a:lumMod val="75000"/>
                <a:lumOff val="25000"/>
              </a:schemeClr>
            </a:solidFill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endParaRPr kumimoji="1" lang="ja-JP" altLang="en-US" sz="2400" kern="1200">
            <a:solidFill>
              <a:schemeClr val="tx1">
                <a:lumMod val="75000"/>
                <a:lumOff val="25000"/>
              </a:schemeClr>
            </a:solidFill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ja-JP" altLang="en-US" sz="24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インフラ基盤の提供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ja-JP" altLang="en-US" sz="24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・サーバー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ja-JP" altLang="en-US" sz="24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・ネットワーク</a:t>
          </a:r>
        </a:p>
      </dsp:txBody>
      <dsp:txXfrm>
        <a:off x="3279" y="908299"/>
        <a:ext cx="3197743" cy="2858660"/>
      </dsp:txXfrm>
    </dsp:sp>
    <dsp:sp modelId="{D72D4D67-4CB6-D849-A5BE-59D6A1470F06}">
      <dsp:nvSpPr>
        <dsp:cNvPr id="0" name=""/>
        <dsp:cNvSpPr/>
      </dsp:nvSpPr>
      <dsp:spPr>
        <a:xfrm>
          <a:off x="3648706" y="15499"/>
          <a:ext cx="3197743" cy="892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ja-JP" sz="31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PaaS</a:t>
          </a:r>
          <a:endParaRPr lang="ja-JP" altLang="en-US" sz="3100" kern="1200"/>
        </a:p>
      </dsp:txBody>
      <dsp:txXfrm>
        <a:off x="3648706" y="15499"/>
        <a:ext cx="3197743" cy="892800"/>
      </dsp:txXfrm>
    </dsp:sp>
    <dsp:sp modelId="{9BCC8156-35D7-0F47-987B-EE87C05E9003}">
      <dsp:nvSpPr>
        <dsp:cNvPr id="0" name=""/>
        <dsp:cNvSpPr/>
      </dsp:nvSpPr>
      <dsp:spPr>
        <a:xfrm>
          <a:off x="3648706" y="908299"/>
          <a:ext cx="3197743" cy="28586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en" altLang="ja-JP" sz="18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Platform as a Service</a:t>
          </a:r>
          <a:br>
            <a:rPr lang="en-US" altLang="ja-JP" sz="24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br>
            <a:rPr lang="en-US" altLang="ja-JP" sz="24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r>
            <a:rPr kumimoji="1" lang="ja-JP" altLang="en-US" sz="24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アプリケーション実行基盤の提供
・</a:t>
          </a:r>
          <a:r>
            <a:rPr kumimoji="1" lang="en" altLang="en-US" sz="24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OS
</a:t>
          </a:r>
          <a:r>
            <a:rPr kumimoji="1" lang="ja-JP" altLang="en-US" sz="24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・ミドルウェア
・ランタイム</a:t>
          </a:r>
          <a:endParaRPr kumimoji="1" lang="ja-JP" altLang="en-US" sz="2400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3648706" y="908299"/>
        <a:ext cx="3197743" cy="2858660"/>
      </dsp:txXfrm>
    </dsp:sp>
    <dsp:sp modelId="{22F7FE52-654E-2E40-9B9C-EA06B74DBF93}">
      <dsp:nvSpPr>
        <dsp:cNvPr id="0" name=""/>
        <dsp:cNvSpPr/>
      </dsp:nvSpPr>
      <dsp:spPr>
        <a:xfrm>
          <a:off x="7294134" y="15499"/>
          <a:ext cx="3197743" cy="892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ja-JP" sz="31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SaaS</a:t>
          </a:r>
          <a:endParaRPr lang="ja-JP" altLang="en-US" sz="3100" kern="1200"/>
        </a:p>
      </dsp:txBody>
      <dsp:txXfrm>
        <a:off x="7294134" y="15499"/>
        <a:ext cx="3197743" cy="892800"/>
      </dsp:txXfrm>
    </dsp:sp>
    <dsp:sp modelId="{0585C5C8-BFEE-A543-AAC0-4592F3AB7222}">
      <dsp:nvSpPr>
        <dsp:cNvPr id="0" name=""/>
        <dsp:cNvSpPr/>
      </dsp:nvSpPr>
      <dsp:spPr>
        <a:xfrm>
          <a:off x="7294134" y="908299"/>
          <a:ext cx="3197743" cy="28586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en" altLang="en-US" sz="18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Software as a Service</a:t>
          </a:r>
          <a:endParaRPr kumimoji="1" lang="ja-JP" altLang="en-US" sz="2400" kern="1200">
            <a:solidFill>
              <a:schemeClr val="tx1">
                <a:lumMod val="75000"/>
                <a:lumOff val="25000"/>
              </a:schemeClr>
            </a:solidFill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en" altLang="en-US" sz="24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
</a:t>
          </a:r>
          <a:r>
            <a:rPr kumimoji="1" lang="ja-JP" altLang="en-US" sz="24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ソフトウェアの提供
・アプリケーション
・</a:t>
          </a:r>
          <a:r>
            <a:rPr kumimoji="1" lang="en" altLang="en-US" sz="24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Web</a:t>
          </a:r>
          <a:r>
            <a:rPr kumimoji="1" lang="ja-JP" altLang="en-US" sz="24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サービス</a:t>
          </a:r>
        </a:p>
      </dsp:txBody>
      <dsp:txXfrm>
        <a:off x="7294134" y="908299"/>
        <a:ext cx="3197743" cy="28586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E5619C-5FB0-F849-BF61-24769931DCF7}">
      <dsp:nvSpPr>
        <dsp:cNvPr id="0" name=""/>
        <dsp:cNvSpPr/>
      </dsp:nvSpPr>
      <dsp:spPr>
        <a:xfrm>
          <a:off x="2559" y="70847"/>
          <a:ext cx="2495657" cy="9904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en-US" sz="26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Microsoft365</a:t>
          </a:r>
          <a:endParaRPr lang="ja-JP" altLang="en-US" sz="2600" kern="120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sp:txBody>
      <dsp:txXfrm>
        <a:off x="2559" y="70847"/>
        <a:ext cx="2495657" cy="990467"/>
      </dsp:txXfrm>
    </dsp:sp>
    <dsp:sp modelId="{95333649-057D-F444-9C48-E3356C0C2F97}">
      <dsp:nvSpPr>
        <dsp:cNvPr id="0" name=""/>
        <dsp:cNvSpPr/>
      </dsp:nvSpPr>
      <dsp:spPr>
        <a:xfrm>
          <a:off x="2559" y="1061315"/>
          <a:ext cx="2495657" cy="1141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ctr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en" altLang="en-US" sz="17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SaaS</a:t>
          </a:r>
          <a:endParaRPr kumimoji="1" lang="ja-JP" altLang="en-US" sz="1700" kern="1200">
            <a:solidFill>
              <a:schemeClr val="tx1">
                <a:lumMod val="75000"/>
                <a:lumOff val="25000"/>
              </a:schemeClr>
            </a:solidFill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ja-JP" altLang="en-US" sz="20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業務</a:t>
          </a:r>
          <a:r>
            <a:rPr kumimoji="1" lang="en-US" altLang="ja-JP" sz="20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/</a:t>
          </a:r>
          <a:r>
            <a:rPr kumimoji="1" lang="ja-JP" altLang="en-US" sz="20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コラボ</a:t>
          </a:r>
        </a:p>
      </dsp:txBody>
      <dsp:txXfrm>
        <a:off x="2559" y="1061315"/>
        <a:ext cx="2495657" cy="1141920"/>
      </dsp:txXfrm>
    </dsp:sp>
    <dsp:sp modelId="{D72D4D67-4CB6-D849-A5BE-59D6A1470F06}">
      <dsp:nvSpPr>
        <dsp:cNvPr id="0" name=""/>
        <dsp:cNvSpPr/>
      </dsp:nvSpPr>
      <dsp:spPr>
        <a:xfrm>
          <a:off x="2847608" y="70847"/>
          <a:ext cx="2495657" cy="9904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ja-JP" sz="26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Dynamics365</a:t>
          </a:r>
          <a:endParaRPr lang="ja-JP" altLang="en-US" sz="2600" kern="1200"/>
        </a:p>
      </dsp:txBody>
      <dsp:txXfrm>
        <a:off x="2847608" y="70847"/>
        <a:ext cx="2495657" cy="990467"/>
      </dsp:txXfrm>
    </dsp:sp>
    <dsp:sp modelId="{9BCC8156-35D7-0F47-987B-EE87C05E9003}">
      <dsp:nvSpPr>
        <dsp:cNvPr id="0" name=""/>
        <dsp:cNvSpPr/>
      </dsp:nvSpPr>
      <dsp:spPr>
        <a:xfrm>
          <a:off x="2847608" y="1061315"/>
          <a:ext cx="2495657" cy="1141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en" altLang="ja-JP" sz="18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SaaS</a:t>
          </a:r>
          <a:br>
            <a:rPr lang="en-US" altLang="ja-JP" sz="24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r>
            <a:rPr lang="ja-JP" altLang="en-US" sz="20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業務アプリ</a:t>
          </a:r>
          <a:endParaRPr kumimoji="1" lang="ja-JP" altLang="en-US" sz="2000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2847608" y="1061315"/>
        <a:ext cx="2495657" cy="1141920"/>
      </dsp:txXfrm>
    </dsp:sp>
    <dsp:sp modelId="{22F7FE52-654E-2E40-9B9C-EA06B74DBF93}">
      <dsp:nvSpPr>
        <dsp:cNvPr id="0" name=""/>
        <dsp:cNvSpPr/>
      </dsp:nvSpPr>
      <dsp:spPr>
        <a:xfrm>
          <a:off x="5692658" y="70847"/>
          <a:ext cx="2495657" cy="9904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ja-JP" sz="26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Power Platform</a:t>
          </a:r>
          <a:endParaRPr lang="ja-JP" altLang="en-US" sz="2600" kern="1200"/>
        </a:p>
      </dsp:txBody>
      <dsp:txXfrm>
        <a:off x="5692658" y="70847"/>
        <a:ext cx="2495657" cy="990467"/>
      </dsp:txXfrm>
    </dsp:sp>
    <dsp:sp modelId="{0585C5C8-BFEE-A543-AAC0-4592F3AB7222}">
      <dsp:nvSpPr>
        <dsp:cNvPr id="0" name=""/>
        <dsp:cNvSpPr/>
      </dsp:nvSpPr>
      <dsp:spPr>
        <a:xfrm>
          <a:off x="5692658" y="1061315"/>
          <a:ext cx="2495657" cy="1141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en" altLang="ja-JP" sz="18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SaaS</a:t>
          </a:r>
          <a:endParaRPr kumimoji="1" lang="ja-JP" altLang="en-US" sz="1800" kern="1200">
            <a:solidFill>
              <a:schemeClr val="tx1">
                <a:lumMod val="75000"/>
                <a:lumOff val="25000"/>
              </a:schemeClr>
            </a:solidFill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ja-JP" altLang="en-US" sz="20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業務自動化</a:t>
          </a:r>
        </a:p>
      </dsp:txBody>
      <dsp:txXfrm>
        <a:off x="5692658" y="1061315"/>
        <a:ext cx="2495657" cy="11419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5F19D3-4EDD-4C4D-B9EB-A91BDCCADF1D}">
      <dsp:nvSpPr>
        <dsp:cNvPr id="0" name=""/>
        <dsp:cNvSpPr/>
      </dsp:nvSpPr>
      <dsp:spPr>
        <a:xfrm>
          <a:off x="2559" y="19438"/>
          <a:ext cx="2495657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en-US" sz="2300" kern="1200" dirty="0"/>
            <a:t>GitHub</a:t>
          </a:r>
          <a:endParaRPr kumimoji="1" lang="ja-JP" altLang="en-US" sz="2300" kern="1200"/>
        </a:p>
      </dsp:txBody>
      <dsp:txXfrm>
        <a:off x="2559" y="19438"/>
        <a:ext cx="2495657" cy="662400"/>
      </dsp:txXfrm>
    </dsp:sp>
    <dsp:sp modelId="{F181A566-BE94-2648-94DD-A11399A7004D}">
      <dsp:nvSpPr>
        <dsp:cNvPr id="0" name=""/>
        <dsp:cNvSpPr/>
      </dsp:nvSpPr>
      <dsp:spPr>
        <a:xfrm>
          <a:off x="2559" y="681839"/>
          <a:ext cx="2495657" cy="11995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en" altLang="ja-JP" sz="18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SaaS</a:t>
          </a:r>
          <a:endParaRPr kumimoji="1" lang="ja-JP" altLang="en-US" sz="1800" kern="1200"/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ja-JP" altLang="en-US" sz="20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開発</a:t>
          </a:r>
          <a:r>
            <a:rPr kumimoji="1" lang="en-US" altLang="ja-JP" sz="20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Platform</a:t>
          </a:r>
          <a:endParaRPr kumimoji="1" lang="ja-JP" altLang="en-US" sz="2000" kern="1200"/>
        </a:p>
      </dsp:txBody>
      <dsp:txXfrm>
        <a:off x="2559" y="681839"/>
        <a:ext cx="2495657" cy="1199564"/>
      </dsp:txXfrm>
    </dsp:sp>
    <dsp:sp modelId="{76E5619C-5FB0-F849-BF61-24769931DCF7}">
      <dsp:nvSpPr>
        <dsp:cNvPr id="0" name=""/>
        <dsp:cNvSpPr/>
      </dsp:nvSpPr>
      <dsp:spPr>
        <a:xfrm>
          <a:off x="2847608" y="19438"/>
          <a:ext cx="2495657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en-US" sz="23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Copilot</a:t>
          </a:r>
          <a:endParaRPr lang="ja-JP" altLang="en-US" sz="2300" kern="1200"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sp:txBody>
      <dsp:txXfrm>
        <a:off x="2847608" y="19438"/>
        <a:ext cx="2495657" cy="662400"/>
      </dsp:txXfrm>
    </dsp:sp>
    <dsp:sp modelId="{95333649-057D-F444-9C48-E3356C0C2F97}">
      <dsp:nvSpPr>
        <dsp:cNvPr id="0" name=""/>
        <dsp:cNvSpPr/>
      </dsp:nvSpPr>
      <dsp:spPr>
        <a:xfrm>
          <a:off x="2847608" y="681839"/>
          <a:ext cx="2495657" cy="11995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en" altLang="ja-JP" sz="18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SaaS</a:t>
          </a:r>
          <a:endParaRPr kumimoji="1" lang="ja-JP" altLang="en-US" sz="1800" kern="1200">
            <a:solidFill>
              <a:schemeClr val="tx1">
                <a:lumMod val="75000"/>
                <a:lumOff val="25000"/>
              </a:schemeClr>
            </a:solidFill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en-US" altLang="ja-JP" sz="20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AI</a:t>
          </a:r>
          <a:endParaRPr kumimoji="1" lang="ja-JP" altLang="en-US" sz="2000" kern="1200">
            <a:solidFill>
              <a:schemeClr val="tx1">
                <a:lumMod val="75000"/>
                <a:lumOff val="25000"/>
              </a:schemeClr>
            </a:solidFill>
            <a:latin typeface="UD Digi Kyokasho N-R" panose="02020400000000000000" pitchFamily="49" charset="-128"/>
            <a:ea typeface="UD Digi Kyokasho N-R" panose="02020400000000000000" pitchFamily="49" charset="-128"/>
          </a:endParaRPr>
        </a:p>
      </dsp:txBody>
      <dsp:txXfrm>
        <a:off x="2847608" y="681839"/>
        <a:ext cx="2495657" cy="1199564"/>
      </dsp:txXfrm>
    </dsp:sp>
    <dsp:sp modelId="{D72D4D67-4CB6-D849-A5BE-59D6A1470F06}">
      <dsp:nvSpPr>
        <dsp:cNvPr id="0" name=""/>
        <dsp:cNvSpPr/>
      </dsp:nvSpPr>
      <dsp:spPr>
        <a:xfrm>
          <a:off x="5692658" y="19438"/>
          <a:ext cx="2495657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ja-JP" sz="2300" kern="1200" dirty="0">
              <a:latin typeface="UD Digi Kyokasho N-R" panose="02020400000000000000" pitchFamily="49" charset="-128"/>
              <a:ea typeface="UD Digi Kyokasho N-R" panose="02020400000000000000" pitchFamily="49" charset="-128"/>
            </a:rPr>
            <a:t>Azure</a:t>
          </a:r>
          <a:endParaRPr lang="ja-JP" altLang="en-US" sz="2300" kern="1200"/>
        </a:p>
      </dsp:txBody>
      <dsp:txXfrm>
        <a:off x="5692658" y="19438"/>
        <a:ext cx="2495657" cy="662400"/>
      </dsp:txXfrm>
    </dsp:sp>
    <dsp:sp modelId="{9BCC8156-35D7-0F47-987B-EE87C05E9003}">
      <dsp:nvSpPr>
        <dsp:cNvPr id="0" name=""/>
        <dsp:cNvSpPr/>
      </dsp:nvSpPr>
      <dsp:spPr>
        <a:xfrm>
          <a:off x="5692658" y="681839"/>
          <a:ext cx="2495657" cy="11995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en" altLang="ja-JP" sz="18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IaaS / PaaS / SaaS</a:t>
          </a:r>
          <a:br>
            <a:rPr lang="en-US" altLang="ja-JP" sz="2400" kern="12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</a:br>
          <a:r>
            <a:rPr kumimoji="1" lang="ja-JP" altLang="en-US" sz="2000" kern="120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rPr>
            <a:t>クラウド基盤</a:t>
          </a:r>
          <a:endParaRPr kumimoji="1" lang="ja-JP" altLang="en-US" sz="2000" kern="120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endParaRPr kumimoji="1" lang="ja-JP" altLang="en-US" sz="2400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5692658" y="681839"/>
        <a:ext cx="2495657" cy="11995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3B4A6-0B05-AE40-AF37-0ACB97CE50CB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B9414-BE99-EE48-9AD4-277E9F2624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195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600" dirty="0"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2925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0FEF8-048A-0EC3-EC07-79FCBB20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8D30C63-8487-1D41-056D-A0542000B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9AD18CC-680F-D3BA-9612-8B3F466E2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1FD364-48BB-0FA5-EF81-A52C0797B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829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A5CD9-7E11-2668-076C-C6B24457B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636986E-3706-84AB-97CE-C4107BA0D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98BED85-9884-8748-3ED2-7CD9B9BCA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18766E-7459-3372-D866-B7D45A387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8218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84F32-1C74-FBB9-550D-C1B2B0046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700A3BA-0D2C-D329-F28D-9DEC550AB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96C689-0B6F-C07D-F8CD-627B4F53B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47FB6E-847E-6C53-19FD-706ABCF3B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857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28E63-9486-4D6F-12C5-EC7CCD55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0C963EA-EF17-B784-82C2-4C97B2326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680174B-69A1-D1C3-56C5-38253B3D3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896B28-D19F-4D07-235F-72A25C1B0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2978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A5ADE-C737-CB38-DE23-2A0847D9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F72AF05-AF78-1A1E-4A17-01163C18E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3105E06-8439-4A8D-2384-D00784019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721CD0-36DF-8B07-3149-CD70E1BA88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7783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E3A72-FC92-18FB-EF9F-CCED9DDA3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62BD073-F830-13CC-1311-8BE87E809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098DAB4-B34F-BDAF-25AD-A32DC1B76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0F3BE2-0E53-930B-9397-F781C42F3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3673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6665E-6000-8703-B265-4F5B4E788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4B2E07A-DF77-7FA5-33C6-5EE5BCCAD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896B1CB-A71D-9446-A541-6986111F7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392F149-9663-CB8E-F06D-7A3FD750D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152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0DC1B-0595-FCFA-3010-1B830289B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9A58E1C-9B8F-9262-79BD-881ABBB94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F9287DA-0F50-4A19-D930-C667991AD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BB4CB0-5095-344A-539B-2C4B3ABE3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5195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A8973-994C-E33E-7830-0B8BC28A7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8CCCC08-7150-BAD9-6C5C-80AAEECB8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4D61263-6471-3DA0-8D53-DCEA8EDD9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ED86E7-686E-612B-C945-C695AAC70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7152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430B9-F652-5655-1E68-0F6015120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2657F75-77D2-0978-C921-808986A28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BEEC20D-C8B6-3AF1-E552-05132097D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05C12F-97B1-4E1A-F2E5-ECE7A62F2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5679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6B5F-C171-847E-AD15-745AE2FB6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28BFA62-E909-A131-088B-25067C1FA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40870E3-1BCA-1EA0-D949-1721384DB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BE56FC-1DB5-E639-2FAE-883E4A966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0964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1523F-9EE9-B218-41A3-9BE016069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FFD297C-59EF-9575-3F76-CD99BBD5D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F93C88F-CB89-A858-F257-EE101D955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44BF675-228D-99AD-ADDD-56A2FD53F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61885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AE99F-792F-48FB-301E-FAC1C2C15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5B72505-1370-CF3E-BFF1-A13CCE661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DF5F668-6A97-BA6F-740B-5F2FB6009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4A78577-BFF0-E666-FBDC-0332FA0639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37386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71512-F3FC-75A5-D114-A0772309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5F33D6C-8147-BC99-E49A-88866D236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8CDC5BB-FC93-5C1E-0CC6-A9B0125D2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19449D-46AA-0C4D-B2B6-209E4EF15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3376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55719-AAB9-6640-8CED-DE2C8825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ACE5E7C-54BC-34B1-E448-4984F2BA60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822A029-8FDE-CC98-A2DC-80E3422A0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7DCBE5B-A4FC-3126-17C7-6E977F21B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2890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31176-E161-26EE-4223-727C76DA6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A1E4A4D-BC09-CBF9-9A27-47A56A73C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2367328-E676-821D-1490-666E50EBD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FA500E3-9009-D3A1-4D44-21BD8742F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7380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1DF69-4287-CE6C-A8E5-D082792F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8992634-CAE1-4835-4C30-61138397D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28BE6B0-693A-7C98-68CD-11F8599B3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9271A49-4BC8-0688-A7A3-2DAE3BE2C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25642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373CB-E18D-756E-0DFB-BD95B9387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CFC60E4-5B54-3A20-322A-D226A8BB7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3274D40-3FDD-F937-3735-114C5D4E9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035350-993D-C4B3-9F3A-88B6C2334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5247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B9748-ABE7-665F-8C9D-7057C8CD9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79EAF0B-D11C-5A19-BA06-506D41322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F35D973-571B-2ED0-5B35-6949083B8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7FC5A1-D087-F21A-3E41-00DA5DE7D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53706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ED6FB-F042-5311-04C2-5293B7788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3970F10-8498-2252-F902-4EAB4F0E4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E956983-B146-FC5F-5ECD-8CA3B48B2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B0A1B6-1C40-95A2-75F6-4CE9C6DD0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74943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8BE82-4410-CD8D-94EC-A3196B69F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B0EF37E-0383-35F9-D479-84FECAED7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E10C791-C6F9-E847-84D6-74A3152BE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E9C54DC-1E47-DFC4-87F8-36A63EF21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71280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99680-E21B-BB70-2D73-9358D2E10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ABDFCF9-ED85-A779-4DA9-E007BC370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8E2056-73D3-38D3-B760-863DBFB32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5F3FBF-02C4-69E2-C57C-FEAAE4175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65602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C5DB7-9640-00B8-4EA6-5CA8458DC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0688684-BA40-7059-49D5-2F20339C6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19955BE-FAC2-2915-C185-134235679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760EBF-2EB6-9D22-0C52-95E31EF3A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16910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0168E-59E8-FC50-A0E8-4C99B892D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1CA9A30-3F92-4195-00B5-7F85458F8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CE9B1D3-1436-C033-1493-6962A75FD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25D859-88E6-9989-D822-64FD7CE24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80213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CEF49-1A90-9A89-77E5-A10ACE7A1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A6D3FCD-D600-E472-7E29-F74369A70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4D77DC0-5D2C-1EAE-DAD6-73067408C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CF72DF-2803-8875-EEB6-B4BC620D5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1397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3883A-F308-6B98-B647-FCCD536A6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23FE73B-4A9B-4B25-7E65-F7FE1920A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A5A31E2-8BE2-0332-80C9-F9E4D22D0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55D3A1-0884-979D-E48A-9BF4E88B6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95207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53079-0018-CBEB-1D1D-602BED7B4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C5728AF-AF44-1513-2C17-A4B328D8E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12C32E2-6D99-48B3-0CEC-9F7E72A19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6559F4-E587-9A86-ECAE-5CC408DA7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41143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C4001-2DCE-FC4F-EE8F-1E826633D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3DCF0BC-F15F-9E73-5B75-EF8D3F042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E946926-611A-F992-55B2-8DE58F99D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D362B2-66F9-506B-17E4-F4501D654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50398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C1D9D-2E58-C5C4-DC10-D14C6229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8F0CD86-CD06-4764-F8BF-EDE9C99E3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B5699D9-8D48-8A0C-16B3-849CA405E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685FDD-18E5-1168-6570-DCD4FFD800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18113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2399-F065-AFEC-1B30-EEFD5F997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422C8D1-803E-F4B8-810D-61480C0B5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2DFF9B5-A236-E43D-68C4-FEB24936B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D9E9AD-5AC1-2639-A58A-052CB11CC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10848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F6C62-6F6B-B53D-B692-1256F139E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E89A17E-9631-E7B0-D985-053E891A3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3C478B4-142F-F49C-C2CD-B4484D30A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360C873-5540-7EE0-1908-3F0B4F570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23384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D0980-E2F9-7717-4D64-2ACABC383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96ED54B-E165-DA80-4649-EE7629B30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1D5BB90-9929-538B-B6BE-E1C66DDC6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67B684-4337-F107-467F-AE7726B43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B9414-BE99-EE48-9AD4-277E9F262443}" type="slidenum">
              <a:rPr kumimoji="1" lang="ja-JP" altLang="en-US" smtClean="0"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459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CD007-7749-4FDF-A418-3FE2970C3E4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9B2B-608A-4DE2-BC7E-3E19F82EE6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287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CD007-7749-4FDF-A418-3FE2970C3E4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9B2B-608A-4DE2-BC7E-3E19F82EE6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908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CD007-7749-4FDF-A418-3FE2970C3E4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9B2B-608A-4DE2-BC7E-3E19F82EE6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3744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CD007-7749-4FDF-A418-3FE2970C3E4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9B2B-608A-4DE2-BC7E-3E19F82EE6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951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CD007-7749-4FDF-A418-3FE2970C3E4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9B2B-608A-4DE2-BC7E-3E19F82EE6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268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CD007-7749-4FDF-A418-3FE2970C3E4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9B2B-608A-4DE2-BC7E-3E19F82EE6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7002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CD007-7749-4FDF-A418-3FE2970C3E4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9B2B-608A-4DE2-BC7E-3E19F82EE6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984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CD007-7749-4FDF-A418-3FE2970C3E4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9B2B-608A-4DE2-BC7E-3E19F82EE6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5302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CD007-7749-4FDF-A418-3FE2970C3E4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9B2B-608A-4DE2-BC7E-3E19F82EE6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6688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CD007-7749-4FDF-A418-3FE2970C3E4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9B2B-608A-4DE2-BC7E-3E19F82EE6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056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CD007-7749-4FDF-A418-3FE2970C3E4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9B2B-608A-4DE2-BC7E-3E19F82EE6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1569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CD007-7749-4FDF-A418-3FE2970C3E4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D9B2B-608A-4DE2-BC7E-3E19F82EE60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D8B4164-9149-128E-4C10-A1BA776C5DF4}"/>
              </a:ext>
            </a:extLst>
          </p:cNvPr>
          <p:cNvCxnSpPr/>
          <p:nvPr userDrawn="1"/>
        </p:nvCxnSpPr>
        <p:spPr>
          <a:xfrm>
            <a:off x="838200" y="1258349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445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en/artificial-intelligence-robot-ai-ki-2167835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7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7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7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7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193B795F-A90C-13EA-9EA3-89B830924A7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172307" y="387"/>
            <a:ext cx="15440921" cy="6972186"/>
            <a:chOff x="-1107796" y="-865719"/>
            <a:chExt cx="18659260" cy="8425394"/>
          </a:xfrm>
        </p:grpSpPr>
        <p:pic>
          <p:nvPicPr>
            <p:cNvPr id="43" name="図 42" descr="テキスト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3E0372F0-27D6-AB82-8FC1-8AC244AC106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7054885" y="1385276"/>
              <a:ext cx="7772400" cy="5197792"/>
            </a:xfrm>
            <a:prstGeom prst="rect">
              <a:avLst/>
            </a:prstGeom>
          </p:spPr>
        </p:pic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53BA4247-8639-B289-E324-5E1EC4346E2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-1107796" y="-865719"/>
              <a:ext cx="18659260" cy="8425394"/>
              <a:chOff x="-1600373" y="-1380169"/>
              <a:chExt cx="18659260" cy="8425394"/>
            </a:xfrm>
          </p:grpSpPr>
          <p:grpSp>
            <p:nvGrpSpPr>
              <p:cNvPr id="6" name="グループ化 5">
                <a:extLst>
                  <a:ext uri="{FF2B5EF4-FFF2-40B4-BE49-F238E27FC236}">
                    <a16:creationId xmlns:a16="http://schemas.microsoft.com/office/drawing/2014/main" id="{34726C4D-F206-8695-DD91-4111C911D281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-1600373" y="-1380169"/>
                <a:ext cx="18659260" cy="8425394"/>
                <a:chOff x="-1600373" y="-1380169"/>
                <a:chExt cx="18659260" cy="8425394"/>
              </a:xfrm>
            </p:grpSpPr>
            <p:grpSp>
              <p:nvGrpSpPr>
                <p:cNvPr id="21" name="グループ化 20">
                  <a:extLst>
                    <a:ext uri="{FF2B5EF4-FFF2-40B4-BE49-F238E27FC236}">
                      <a16:creationId xmlns:a16="http://schemas.microsoft.com/office/drawing/2014/main" id="{B98C8B1B-F596-806E-5F71-0DF18B47F382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-1600373" y="-1380169"/>
                  <a:ext cx="18659260" cy="7581541"/>
                  <a:chOff x="-1600373" y="-1225189"/>
                  <a:chExt cx="18659260" cy="7581541"/>
                </a:xfrm>
              </p:grpSpPr>
              <p:sp>
                <p:nvSpPr>
                  <p:cNvPr id="23" name="正方形/長方形 22">
                    <a:extLst>
                      <a:ext uri="{FF2B5EF4-FFF2-40B4-BE49-F238E27FC236}">
                        <a16:creationId xmlns:a16="http://schemas.microsoft.com/office/drawing/2014/main" id="{D879A71D-7621-C47F-4D13-AEE6C2E46764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-1600373" y="-1225188"/>
                    <a:ext cx="9422271" cy="75815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UD Digi Kyokasho N-R" panose="02020400000000000000" pitchFamily="49" charset="-128"/>
                      <a:ea typeface="UD Digi Kyokasho N-R" panose="02020400000000000000" pitchFamily="49" charset="-128"/>
                    </a:endParaRPr>
                  </a:p>
                </p:txBody>
              </p:sp>
              <p:sp>
                <p:nvSpPr>
                  <p:cNvPr id="24" name="正方形/長方形 23">
                    <a:extLst>
                      <a:ext uri="{FF2B5EF4-FFF2-40B4-BE49-F238E27FC236}">
                        <a16:creationId xmlns:a16="http://schemas.microsoft.com/office/drawing/2014/main" id="{71873FC6-E447-87E5-D1AF-9534AF08C495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13672515" y="-1225188"/>
                    <a:ext cx="3386371" cy="75815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UD Digi Kyokasho N-R" panose="02020400000000000000" pitchFamily="49" charset="-128"/>
                      <a:ea typeface="UD Digi Kyokasho N-R" panose="02020400000000000000" pitchFamily="49" charset="-128"/>
                    </a:endParaRPr>
                  </a:p>
                </p:txBody>
              </p:sp>
              <p:sp>
                <p:nvSpPr>
                  <p:cNvPr id="25" name="正方形/長方形 24">
                    <a:extLst>
                      <a:ext uri="{FF2B5EF4-FFF2-40B4-BE49-F238E27FC236}">
                        <a16:creationId xmlns:a16="http://schemas.microsoft.com/office/drawing/2014/main" id="{7A661E93-669B-8BAF-E0F0-6EC84652F0FA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6392658" y="-1225189"/>
                    <a:ext cx="10666229" cy="276938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UD Digi Kyokasho N-R" panose="02020400000000000000" pitchFamily="49" charset="-128"/>
                      <a:ea typeface="UD Digi Kyokasho N-R" panose="02020400000000000000" pitchFamily="49" charset="-128"/>
                    </a:endParaRPr>
                  </a:p>
                </p:txBody>
              </p:sp>
            </p:grpSp>
            <p:sp>
              <p:nvSpPr>
                <p:cNvPr id="22" name="正方形/長方形 21">
                  <a:extLst>
                    <a:ext uri="{FF2B5EF4-FFF2-40B4-BE49-F238E27FC236}">
                      <a16:creationId xmlns:a16="http://schemas.microsoft.com/office/drawing/2014/main" id="{36EFA3AA-83BF-29CF-D503-3A0CF6B6404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-1600373" y="5594889"/>
                  <a:ext cx="18659260" cy="1450336"/>
                </a:xfrm>
                <a:prstGeom prst="rect">
                  <a:avLst/>
                </a:prstGeom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100000">
                      <a:schemeClr val="tx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D Digi Kyokasho N-R" panose="02020400000000000000" pitchFamily="49" charset="-128"/>
                    <a:ea typeface="UD Digi Kyokasho N-R" panose="02020400000000000000" pitchFamily="49" charset="-128"/>
                  </a:endParaRPr>
                </a:p>
              </p:txBody>
            </p:sp>
          </p:grpSp>
          <p:grpSp>
            <p:nvGrpSpPr>
              <p:cNvPr id="7" name="グループ化 6">
                <a:extLst>
                  <a:ext uri="{FF2B5EF4-FFF2-40B4-BE49-F238E27FC236}">
                    <a16:creationId xmlns:a16="http://schemas.microsoft.com/office/drawing/2014/main" id="{18FBC170-BF3F-0BBA-C254-A9CC38D499E8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6963945" y="1240367"/>
                <a:ext cx="7557955" cy="4354522"/>
                <a:chOff x="4441413" y="895375"/>
                <a:chExt cx="7557955" cy="4354522"/>
              </a:xfrm>
            </p:grpSpPr>
            <p:grpSp>
              <p:nvGrpSpPr>
                <p:cNvPr id="8" name="グループ化 7">
                  <a:extLst>
                    <a:ext uri="{FF2B5EF4-FFF2-40B4-BE49-F238E27FC236}">
                      <a16:creationId xmlns:a16="http://schemas.microsoft.com/office/drawing/2014/main" id="{6D6FDF33-25D3-6494-9EE5-D599349B43CA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5138000" y="895375"/>
                  <a:ext cx="6164781" cy="4318858"/>
                  <a:chOff x="5138000" y="895375"/>
                  <a:chExt cx="6164781" cy="4318858"/>
                </a:xfrm>
              </p:grpSpPr>
              <p:sp>
                <p:nvSpPr>
                  <p:cNvPr id="15" name="フリーフォーム: 図形 37">
                    <a:extLst>
                      <a:ext uri="{FF2B5EF4-FFF2-40B4-BE49-F238E27FC236}">
                        <a16:creationId xmlns:a16="http://schemas.microsoft.com/office/drawing/2014/main" id="{FBEA8416-F77E-6E82-FD8B-7426B1D60188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5177812" y="913056"/>
                    <a:ext cx="6085157" cy="4261445"/>
                  </a:xfrm>
                  <a:custGeom>
                    <a:avLst/>
                    <a:gdLst>
                      <a:gd name="connsiteX0" fmla="*/ 163726 w 6085157"/>
                      <a:gd name="connsiteY0" fmla="*/ 181777 h 4261445"/>
                      <a:gd name="connsiteX1" fmla="*/ 163726 w 6085157"/>
                      <a:gd name="connsiteY1" fmla="*/ 4079667 h 4261445"/>
                      <a:gd name="connsiteX2" fmla="*/ 5921431 w 6085157"/>
                      <a:gd name="connsiteY2" fmla="*/ 4079667 h 4261445"/>
                      <a:gd name="connsiteX3" fmla="*/ 5921431 w 6085157"/>
                      <a:gd name="connsiteY3" fmla="*/ 181777 h 4261445"/>
                      <a:gd name="connsiteX4" fmla="*/ 194194 w 6085157"/>
                      <a:gd name="connsiteY4" fmla="*/ 0 h 4261445"/>
                      <a:gd name="connsiteX5" fmla="*/ 5890963 w 6085157"/>
                      <a:gd name="connsiteY5" fmla="*/ 0 h 4261445"/>
                      <a:gd name="connsiteX6" fmla="*/ 6085157 w 6085157"/>
                      <a:gd name="connsiteY6" fmla="*/ 194194 h 4261445"/>
                      <a:gd name="connsiteX7" fmla="*/ 6085157 w 6085157"/>
                      <a:gd name="connsiteY7" fmla="*/ 4067251 h 4261445"/>
                      <a:gd name="connsiteX8" fmla="*/ 5890963 w 6085157"/>
                      <a:gd name="connsiteY8" fmla="*/ 4261445 h 4261445"/>
                      <a:gd name="connsiteX9" fmla="*/ 194194 w 6085157"/>
                      <a:gd name="connsiteY9" fmla="*/ 4261445 h 4261445"/>
                      <a:gd name="connsiteX10" fmla="*/ 0 w 6085157"/>
                      <a:gd name="connsiteY10" fmla="*/ 4067251 h 4261445"/>
                      <a:gd name="connsiteX11" fmla="*/ 0 w 6085157"/>
                      <a:gd name="connsiteY11" fmla="*/ 194194 h 4261445"/>
                      <a:gd name="connsiteX12" fmla="*/ 194194 w 6085157"/>
                      <a:gd name="connsiteY12" fmla="*/ 0 h 42614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6085157" h="4261445">
                        <a:moveTo>
                          <a:pt x="163726" y="181777"/>
                        </a:moveTo>
                        <a:lnTo>
                          <a:pt x="163726" y="4079667"/>
                        </a:lnTo>
                        <a:lnTo>
                          <a:pt x="5921431" y="4079667"/>
                        </a:lnTo>
                        <a:lnTo>
                          <a:pt x="5921431" y="181777"/>
                        </a:lnTo>
                        <a:close/>
                        <a:moveTo>
                          <a:pt x="194194" y="0"/>
                        </a:moveTo>
                        <a:lnTo>
                          <a:pt x="5890963" y="0"/>
                        </a:lnTo>
                        <a:cubicBezTo>
                          <a:pt x="5998213" y="0"/>
                          <a:pt x="6085157" y="86944"/>
                          <a:pt x="6085157" y="194194"/>
                        </a:cubicBezTo>
                        <a:lnTo>
                          <a:pt x="6085157" y="4067251"/>
                        </a:lnTo>
                        <a:cubicBezTo>
                          <a:pt x="6085157" y="4174501"/>
                          <a:pt x="5998213" y="4261445"/>
                          <a:pt x="5890963" y="4261445"/>
                        </a:cubicBezTo>
                        <a:lnTo>
                          <a:pt x="194194" y="4261445"/>
                        </a:lnTo>
                        <a:cubicBezTo>
                          <a:pt x="86944" y="4261445"/>
                          <a:pt x="0" y="4174501"/>
                          <a:pt x="0" y="4067251"/>
                        </a:cubicBezTo>
                        <a:lnTo>
                          <a:pt x="0" y="194194"/>
                        </a:lnTo>
                        <a:cubicBezTo>
                          <a:pt x="0" y="86944"/>
                          <a:pt x="86944" y="0"/>
                          <a:pt x="194194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kumimoji="1" lang="ja-JP" altLang="en-US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UD Digi Kyokasho N-R" panose="02020400000000000000" pitchFamily="49" charset="-128"/>
                      <a:ea typeface="UD Digi Kyokasho N-R" panose="02020400000000000000" pitchFamily="49" charset="-128"/>
                    </a:endParaRPr>
                  </a:p>
                </p:txBody>
              </p:sp>
              <p:grpSp>
                <p:nvGrpSpPr>
                  <p:cNvPr id="16" name="グループ化 15">
                    <a:extLst>
                      <a:ext uri="{FF2B5EF4-FFF2-40B4-BE49-F238E27FC236}">
                        <a16:creationId xmlns:a16="http://schemas.microsoft.com/office/drawing/2014/main" id="{1879F066-84FE-46BA-2A4A-FB84A669F0E2}"/>
                      </a:ext>
                    </a:extLst>
                  </p:cNvPr>
                  <p:cNvGrpSpPr>
                    <a:grpSpLocks noGrp="1" noUngrp="1" noRot="1" noMove="1" noResize="1"/>
                  </p:cNvGrpSpPr>
                  <p:nvPr/>
                </p:nvGrpSpPr>
                <p:grpSpPr>
                  <a:xfrm>
                    <a:off x="5138000" y="895375"/>
                    <a:ext cx="6164781" cy="4318858"/>
                    <a:chOff x="2538900" y="626418"/>
                    <a:chExt cx="7708631" cy="5400432"/>
                  </a:xfrm>
                </p:grpSpPr>
                <p:sp>
                  <p:nvSpPr>
                    <p:cNvPr id="17" name="フリーフォーム: 図形 39">
                      <a:extLst>
                        <a:ext uri="{FF2B5EF4-FFF2-40B4-BE49-F238E27FC236}">
                          <a16:creationId xmlns:a16="http://schemas.microsoft.com/office/drawing/2014/main" id="{F116320E-3AA0-18C4-319B-185074032014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2538900" y="626418"/>
                      <a:ext cx="7708631" cy="5400432"/>
                    </a:xfrm>
                    <a:custGeom>
                      <a:avLst/>
                      <a:gdLst>
                        <a:gd name="connsiteX0" fmla="*/ 277671 w 7708631"/>
                        <a:gd name="connsiteY0" fmla="*/ 51666 h 5400432"/>
                        <a:gd name="connsiteX1" fmla="*/ 58115 w 7708631"/>
                        <a:gd name="connsiteY1" fmla="*/ 271222 h 5400432"/>
                        <a:gd name="connsiteX2" fmla="*/ 58115 w 7708631"/>
                        <a:gd name="connsiteY2" fmla="*/ 5113716 h 5400432"/>
                        <a:gd name="connsiteX3" fmla="*/ 277671 w 7708631"/>
                        <a:gd name="connsiteY3" fmla="*/ 5333272 h 5400432"/>
                        <a:gd name="connsiteX4" fmla="*/ 7423759 w 7708631"/>
                        <a:gd name="connsiteY4" fmla="*/ 5333272 h 5400432"/>
                        <a:gd name="connsiteX5" fmla="*/ 7643315 w 7708631"/>
                        <a:gd name="connsiteY5" fmla="*/ 5113716 h 5400432"/>
                        <a:gd name="connsiteX6" fmla="*/ 7643315 w 7708631"/>
                        <a:gd name="connsiteY6" fmla="*/ 271222 h 5400432"/>
                        <a:gd name="connsiteX7" fmla="*/ 7423759 w 7708631"/>
                        <a:gd name="connsiteY7" fmla="*/ 51666 h 5400432"/>
                        <a:gd name="connsiteX8" fmla="*/ 249284 w 7708631"/>
                        <a:gd name="connsiteY8" fmla="*/ 0 h 5400432"/>
                        <a:gd name="connsiteX9" fmla="*/ 7459347 w 7708631"/>
                        <a:gd name="connsiteY9" fmla="*/ 0 h 5400432"/>
                        <a:gd name="connsiteX10" fmla="*/ 7708631 w 7708631"/>
                        <a:gd name="connsiteY10" fmla="*/ 249284 h 5400432"/>
                        <a:gd name="connsiteX11" fmla="*/ 7708631 w 7708631"/>
                        <a:gd name="connsiteY11" fmla="*/ 5151148 h 5400432"/>
                        <a:gd name="connsiteX12" fmla="*/ 7459347 w 7708631"/>
                        <a:gd name="connsiteY12" fmla="*/ 5400432 h 5400432"/>
                        <a:gd name="connsiteX13" fmla="*/ 249284 w 7708631"/>
                        <a:gd name="connsiteY13" fmla="*/ 5400432 h 5400432"/>
                        <a:gd name="connsiteX14" fmla="*/ 0 w 7708631"/>
                        <a:gd name="connsiteY14" fmla="*/ 5151148 h 5400432"/>
                        <a:gd name="connsiteX15" fmla="*/ 0 w 7708631"/>
                        <a:gd name="connsiteY15" fmla="*/ 249284 h 5400432"/>
                        <a:gd name="connsiteX16" fmla="*/ 249284 w 7708631"/>
                        <a:gd name="connsiteY16" fmla="*/ 0 h 54004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7708631" h="5400432">
                          <a:moveTo>
                            <a:pt x="277671" y="51666"/>
                          </a:moveTo>
                          <a:cubicBezTo>
                            <a:pt x="156414" y="51666"/>
                            <a:pt x="58115" y="149965"/>
                            <a:pt x="58115" y="271222"/>
                          </a:cubicBezTo>
                          <a:lnTo>
                            <a:pt x="58115" y="5113716"/>
                          </a:lnTo>
                          <a:cubicBezTo>
                            <a:pt x="58115" y="5234973"/>
                            <a:pt x="156414" y="5333272"/>
                            <a:pt x="277671" y="5333272"/>
                          </a:cubicBezTo>
                          <a:lnTo>
                            <a:pt x="7423759" y="5333272"/>
                          </a:lnTo>
                          <a:cubicBezTo>
                            <a:pt x="7545016" y="5333272"/>
                            <a:pt x="7643315" y="5234973"/>
                            <a:pt x="7643315" y="5113716"/>
                          </a:cubicBezTo>
                          <a:lnTo>
                            <a:pt x="7643315" y="271222"/>
                          </a:lnTo>
                          <a:cubicBezTo>
                            <a:pt x="7643315" y="149965"/>
                            <a:pt x="7545016" y="51666"/>
                            <a:pt x="7423759" y="51666"/>
                          </a:cubicBezTo>
                          <a:close/>
                          <a:moveTo>
                            <a:pt x="249284" y="0"/>
                          </a:moveTo>
                          <a:lnTo>
                            <a:pt x="7459347" y="0"/>
                          </a:lnTo>
                          <a:cubicBezTo>
                            <a:pt x="7597023" y="0"/>
                            <a:pt x="7708631" y="111608"/>
                            <a:pt x="7708631" y="249284"/>
                          </a:cubicBezTo>
                          <a:lnTo>
                            <a:pt x="7708631" y="5151148"/>
                          </a:lnTo>
                          <a:cubicBezTo>
                            <a:pt x="7708631" y="5288824"/>
                            <a:pt x="7597023" y="5400432"/>
                            <a:pt x="7459347" y="5400432"/>
                          </a:cubicBezTo>
                          <a:lnTo>
                            <a:pt x="249284" y="5400432"/>
                          </a:lnTo>
                          <a:cubicBezTo>
                            <a:pt x="111608" y="5400432"/>
                            <a:pt x="0" y="5288824"/>
                            <a:pt x="0" y="5151148"/>
                          </a:cubicBezTo>
                          <a:lnTo>
                            <a:pt x="0" y="249284"/>
                          </a:lnTo>
                          <a:cubicBezTo>
                            <a:pt x="0" y="111608"/>
                            <a:pt x="111608" y="0"/>
                            <a:pt x="249284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100000">
                          <a:srgbClr val="65666B"/>
                        </a:gs>
                        <a:gs pos="46000">
                          <a:srgbClr val="6C6D72"/>
                        </a:gs>
                        <a:gs pos="0">
                          <a:srgbClr val="57585A"/>
                        </a:gs>
                      </a:gsLst>
                      <a:lin ang="5400000" scaled="0"/>
                    </a:gradFill>
                    <a:ln>
                      <a:noFill/>
                    </a:ln>
                    <a:scene3d>
                      <a:camera prst="orthographicFront"/>
                      <a:lightRig rig="threePt" dir="t">
                        <a:rot lat="0" lon="0" rev="21594000"/>
                      </a:lightRig>
                    </a:scene3d>
                    <a:sp3d contourW="3810" prstMaterial="matte">
                      <a:bevelB w="0" h="0"/>
                      <a:contourClr>
                        <a:srgbClr val="999999"/>
                      </a:contourClr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>
                      <a:noAutofit/>
                    </a:bodyPr>
                    <a:lstStyle/>
                    <a:p>
                      <a:pPr algn="ctr"/>
                      <a:endParaRPr kumimoji="1" lang="ja-JP" alt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p:txBody>
                </p:sp>
                <p:sp>
                  <p:nvSpPr>
                    <p:cNvPr id="18" name="フリーフォーム: 図形 40">
                      <a:extLst>
                        <a:ext uri="{FF2B5EF4-FFF2-40B4-BE49-F238E27FC236}">
                          <a16:creationId xmlns:a16="http://schemas.microsoft.com/office/drawing/2014/main" id="{A89A4027-99F6-6A7D-1B69-B57830157C45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2562815" y="648527"/>
                      <a:ext cx="7660800" cy="5334952"/>
                    </a:xfrm>
                    <a:custGeom>
                      <a:avLst/>
                      <a:gdLst>
                        <a:gd name="connsiteX0" fmla="*/ 253756 w 7660800"/>
                        <a:gd name="connsiteY0" fmla="*/ 29557 h 5334952"/>
                        <a:gd name="connsiteX1" fmla="*/ 34200 w 7660800"/>
                        <a:gd name="connsiteY1" fmla="*/ 249113 h 5334952"/>
                        <a:gd name="connsiteX2" fmla="*/ 34200 w 7660800"/>
                        <a:gd name="connsiteY2" fmla="*/ 5091607 h 5334952"/>
                        <a:gd name="connsiteX3" fmla="*/ 253756 w 7660800"/>
                        <a:gd name="connsiteY3" fmla="*/ 5311163 h 5334952"/>
                        <a:gd name="connsiteX4" fmla="*/ 7399844 w 7660800"/>
                        <a:gd name="connsiteY4" fmla="*/ 5311163 h 5334952"/>
                        <a:gd name="connsiteX5" fmla="*/ 7619400 w 7660800"/>
                        <a:gd name="connsiteY5" fmla="*/ 5091607 h 5334952"/>
                        <a:gd name="connsiteX6" fmla="*/ 7619400 w 7660800"/>
                        <a:gd name="connsiteY6" fmla="*/ 249113 h 5334952"/>
                        <a:gd name="connsiteX7" fmla="*/ 7399844 w 7660800"/>
                        <a:gd name="connsiteY7" fmla="*/ 29557 h 5334952"/>
                        <a:gd name="connsiteX8" fmla="*/ 243274 w 7660800"/>
                        <a:gd name="connsiteY8" fmla="*/ 0 h 5334952"/>
                        <a:gd name="connsiteX9" fmla="*/ 7417526 w 7660800"/>
                        <a:gd name="connsiteY9" fmla="*/ 0 h 5334952"/>
                        <a:gd name="connsiteX10" fmla="*/ 7660800 w 7660800"/>
                        <a:gd name="connsiteY10" fmla="*/ 243274 h 5334952"/>
                        <a:gd name="connsiteX11" fmla="*/ 7660800 w 7660800"/>
                        <a:gd name="connsiteY11" fmla="*/ 5091678 h 5334952"/>
                        <a:gd name="connsiteX12" fmla="*/ 7417526 w 7660800"/>
                        <a:gd name="connsiteY12" fmla="*/ 5334952 h 5334952"/>
                        <a:gd name="connsiteX13" fmla="*/ 243274 w 7660800"/>
                        <a:gd name="connsiteY13" fmla="*/ 5334952 h 5334952"/>
                        <a:gd name="connsiteX14" fmla="*/ 0 w 7660800"/>
                        <a:gd name="connsiteY14" fmla="*/ 5091678 h 5334952"/>
                        <a:gd name="connsiteX15" fmla="*/ 0 w 7660800"/>
                        <a:gd name="connsiteY15" fmla="*/ 243274 h 5334952"/>
                        <a:gd name="connsiteX16" fmla="*/ 243274 w 7660800"/>
                        <a:gd name="connsiteY16" fmla="*/ 0 h 53349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7660800" h="5334952">
                          <a:moveTo>
                            <a:pt x="253756" y="29557"/>
                          </a:moveTo>
                          <a:cubicBezTo>
                            <a:pt x="132499" y="29557"/>
                            <a:pt x="34200" y="127856"/>
                            <a:pt x="34200" y="249113"/>
                          </a:cubicBezTo>
                          <a:lnTo>
                            <a:pt x="34200" y="5091607"/>
                          </a:lnTo>
                          <a:cubicBezTo>
                            <a:pt x="34200" y="5212864"/>
                            <a:pt x="132499" y="5311163"/>
                            <a:pt x="253756" y="5311163"/>
                          </a:cubicBezTo>
                          <a:lnTo>
                            <a:pt x="7399844" y="5311163"/>
                          </a:lnTo>
                          <a:cubicBezTo>
                            <a:pt x="7521101" y="5311163"/>
                            <a:pt x="7619400" y="5212864"/>
                            <a:pt x="7619400" y="5091607"/>
                          </a:cubicBezTo>
                          <a:lnTo>
                            <a:pt x="7619400" y="249113"/>
                          </a:lnTo>
                          <a:cubicBezTo>
                            <a:pt x="7619400" y="127856"/>
                            <a:pt x="7521101" y="29557"/>
                            <a:pt x="7399844" y="29557"/>
                          </a:cubicBezTo>
                          <a:close/>
                          <a:moveTo>
                            <a:pt x="243274" y="0"/>
                          </a:moveTo>
                          <a:lnTo>
                            <a:pt x="7417526" y="0"/>
                          </a:lnTo>
                          <a:cubicBezTo>
                            <a:pt x="7551883" y="0"/>
                            <a:pt x="7660800" y="108917"/>
                            <a:pt x="7660800" y="243274"/>
                          </a:cubicBezTo>
                          <a:lnTo>
                            <a:pt x="7660800" y="5091678"/>
                          </a:lnTo>
                          <a:cubicBezTo>
                            <a:pt x="7660800" y="5226035"/>
                            <a:pt x="7551883" y="5334952"/>
                            <a:pt x="7417526" y="5334952"/>
                          </a:cubicBezTo>
                          <a:lnTo>
                            <a:pt x="243274" y="5334952"/>
                          </a:lnTo>
                          <a:cubicBezTo>
                            <a:pt x="108917" y="5334952"/>
                            <a:pt x="0" y="5226035"/>
                            <a:pt x="0" y="5091678"/>
                          </a:cubicBezTo>
                          <a:lnTo>
                            <a:pt x="0" y="243274"/>
                          </a:lnTo>
                          <a:cubicBezTo>
                            <a:pt x="0" y="108917"/>
                            <a:pt x="108917" y="0"/>
                            <a:pt x="243274" y="0"/>
                          </a:cubicBezTo>
                          <a:close/>
                        </a:path>
                      </a:pathLst>
                    </a:custGeom>
                    <a:solidFill>
                      <a:srgbClr val="222222"/>
                    </a:solidFill>
                    <a:ln>
                      <a:noFill/>
                    </a:ln>
                    <a:effectLst>
                      <a:outerShdw blurRad="12700" dist="6350" dir="5400000" algn="t" rotWithShape="0">
                        <a:prstClr val="black">
                          <a:alpha val="3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>
                      <a:noAutofit/>
                    </a:bodyPr>
                    <a:lstStyle/>
                    <a:p>
                      <a:pPr algn="ctr"/>
                      <a:endParaRPr kumimoji="1" lang="ja-JP" alt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p:txBody>
                </p:sp>
                <p:sp>
                  <p:nvSpPr>
                    <p:cNvPr id="19" name="フリーフォーム: 図形 41">
                      <a:extLst>
                        <a:ext uri="{FF2B5EF4-FFF2-40B4-BE49-F238E27FC236}">
                          <a16:creationId xmlns:a16="http://schemas.microsoft.com/office/drawing/2014/main" id="{15CFA266-B307-F736-9F62-A647C4FD3E5D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2562815" y="655478"/>
                      <a:ext cx="7660800" cy="5342313"/>
                    </a:xfrm>
                    <a:custGeom>
                      <a:avLst/>
                      <a:gdLst>
                        <a:gd name="connsiteX0" fmla="*/ 253756 w 7660800"/>
                        <a:gd name="connsiteY0" fmla="*/ 22606 h 5342313"/>
                        <a:gd name="connsiteX1" fmla="*/ 34200 w 7660800"/>
                        <a:gd name="connsiteY1" fmla="*/ 242162 h 5342313"/>
                        <a:gd name="connsiteX2" fmla="*/ 34200 w 7660800"/>
                        <a:gd name="connsiteY2" fmla="*/ 5084656 h 5342313"/>
                        <a:gd name="connsiteX3" fmla="*/ 253756 w 7660800"/>
                        <a:gd name="connsiteY3" fmla="*/ 5304212 h 5342313"/>
                        <a:gd name="connsiteX4" fmla="*/ 7399844 w 7660800"/>
                        <a:gd name="connsiteY4" fmla="*/ 5304212 h 5342313"/>
                        <a:gd name="connsiteX5" fmla="*/ 7619400 w 7660800"/>
                        <a:gd name="connsiteY5" fmla="*/ 5084656 h 5342313"/>
                        <a:gd name="connsiteX6" fmla="*/ 7619400 w 7660800"/>
                        <a:gd name="connsiteY6" fmla="*/ 242162 h 5342313"/>
                        <a:gd name="connsiteX7" fmla="*/ 7399844 w 7660800"/>
                        <a:gd name="connsiteY7" fmla="*/ 22606 h 5342313"/>
                        <a:gd name="connsiteX8" fmla="*/ 222080 w 7660800"/>
                        <a:gd name="connsiteY8" fmla="*/ 0 h 5342313"/>
                        <a:gd name="connsiteX9" fmla="*/ 7438720 w 7660800"/>
                        <a:gd name="connsiteY9" fmla="*/ 0 h 5342313"/>
                        <a:gd name="connsiteX10" fmla="*/ 7660800 w 7660800"/>
                        <a:gd name="connsiteY10" fmla="*/ 222080 h 5342313"/>
                        <a:gd name="connsiteX11" fmla="*/ 7660800 w 7660800"/>
                        <a:gd name="connsiteY11" fmla="*/ 5120233 h 5342313"/>
                        <a:gd name="connsiteX12" fmla="*/ 7438720 w 7660800"/>
                        <a:gd name="connsiteY12" fmla="*/ 5342313 h 5342313"/>
                        <a:gd name="connsiteX13" fmla="*/ 222080 w 7660800"/>
                        <a:gd name="connsiteY13" fmla="*/ 5342313 h 5342313"/>
                        <a:gd name="connsiteX14" fmla="*/ 0 w 7660800"/>
                        <a:gd name="connsiteY14" fmla="*/ 5120233 h 5342313"/>
                        <a:gd name="connsiteX15" fmla="*/ 0 w 7660800"/>
                        <a:gd name="connsiteY15" fmla="*/ 222080 h 5342313"/>
                        <a:gd name="connsiteX16" fmla="*/ 222080 w 7660800"/>
                        <a:gd name="connsiteY16" fmla="*/ 0 h 53423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7660800" h="5342313">
                          <a:moveTo>
                            <a:pt x="253756" y="22606"/>
                          </a:moveTo>
                          <a:cubicBezTo>
                            <a:pt x="132499" y="22606"/>
                            <a:pt x="34200" y="120905"/>
                            <a:pt x="34200" y="242162"/>
                          </a:cubicBezTo>
                          <a:lnTo>
                            <a:pt x="34200" y="5084656"/>
                          </a:lnTo>
                          <a:cubicBezTo>
                            <a:pt x="34200" y="5205913"/>
                            <a:pt x="132499" y="5304212"/>
                            <a:pt x="253756" y="5304212"/>
                          </a:cubicBezTo>
                          <a:lnTo>
                            <a:pt x="7399844" y="5304212"/>
                          </a:lnTo>
                          <a:cubicBezTo>
                            <a:pt x="7521101" y="5304212"/>
                            <a:pt x="7619400" y="5205913"/>
                            <a:pt x="7619400" y="5084656"/>
                          </a:cubicBezTo>
                          <a:lnTo>
                            <a:pt x="7619400" y="242162"/>
                          </a:lnTo>
                          <a:cubicBezTo>
                            <a:pt x="7619400" y="120905"/>
                            <a:pt x="7521101" y="22606"/>
                            <a:pt x="7399844" y="22606"/>
                          </a:cubicBezTo>
                          <a:close/>
                          <a:moveTo>
                            <a:pt x="222080" y="0"/>
                          </a:moveTo>
                          <a:lnTo>
                            <a:pt x="7438720" y="0"/>
                          </a:lnTo>
                          <a:cubicBezTo>
                            <a:pt x="7561371" y="0"/>
                            <a:pt x="7660800" y="99429"/>
                            <a:pt x="7660800" y="222080"/>
                          </a:cubicBezTo>
                          <a:lnTo>
                            <a:pt x="7660800" y="5120233"/>
                          </a:lnTo>
                          <a:cubicBezTo>
                            <a:pt x="7660800" y="5242884"/>
                            <a:pt x="7561371" y="5342313"/>
                            <a:pt x="7438720" y="5342313"/>
                          </a:cubicBezTo>
                          <a:lnTo>
                            <a:pt x="222080" y="5342313"/>
                          </a:lnTo>
                          <a:cubicBezTo>
                            <a:pt x="99429" y="5342313"/>
                            <a:pt x="0" y="5242884"/>
                            <a:pt x="0" y="5120233"/>
                          </a:cubicBezTo>
                          <a:lnTo>
                            <a:pt x="0" y="222080"/>
                          </a:lnTo>
                          <a:cubicBezTo>
                            <a:pt x="0" y="99429"/>
                            <a:pt x="99429" y="0"/>
                            <a:pt x="222080" y="0"/>
                          </a:cubicBezTo>
                          <a:close/>
                        </a:path>
                      </a:pathLst>
                    </a:custGeom>
                    <a:solidFill>
                      <a:schemeClr val="tx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>
                      <a:noAutofit/>
                    </a:bodyPr>
                    <a:lstStyle/>
                    <a:p>
                      <a:pPr algn="ctr"/>
                      <a:endParaRPr kumimoji="1" lang="ja-JP" alt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p:txBody>
                </p:sp>
              </p:grpSp>
            </p:grpSp>
            <p:sp>
              <p:nvSpPr>
                <p:cNvPr id="9" name="正方形/長方形 8">
                  <a:extLst>
                    <a:ext uri="{FF2B5EF4-FFF2-40B4-BE49-F238E27FC236}">
                      <a16:creationId xmlns:a16="http://schemas.microsoft.com/office/drawing/2014/main" id="{2341AB10-6052-A50C-512E-88B42E2E74BA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441413" y="5204178"/>
                  <a:ext cx="7557955" cy="45719"/>
                </a:xfrm>
                <a:prstGeom prst="rect">
                  <a:avLst/>
                </a:prstGeom>
                <a:gradFill>
                  <a:gsLst>
                    <a:gs pos="0">
                      <a:srgbClr val="191A1E"/>
                    </a:gs>
                    <a:gs pos="2000">
                      <a:srgbClr val="3B3C43"/>
                    </a:gs>
                    <a:gs pos="79000">
                      <a:schemeClr val="tx2">
                        <a:lumMod val="75000"/>
                        <a:lumOff val="25000"/>
                      </a:schemeClr>
                    </a:gs>
                    <a:gs pos="19000">
                      <a:schemeClr val="tx2"/>
                    </a:gs>
                    <a:gs pos="1000">
                      <a:schemeClr val="tx1">
                        <a:lumMod val="75000"/>
                      </a:schemeClr>
                    </a:gs>
                    <a:gs pos="100000">
                      <a:srgbClr val="191A1E"/>
                    </a:gs>
                    <a:gs pos="99000">
                      <a:schemeClr val="tx1">
                        <a:lumMod val="75000"/>
                      </a:schemeClr>
                    </a:gs>
                    <a:gs pos="100000">
                      <a:srgbClr val="3B3C43"/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en-US" altLang="ja-JP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D Digi Kyokasho N-R" panose="02020400000000000000" pitchFamily="49" charset="-128"/>
                    <a:ea typeface="UD Digi Kyokasho N-R" panose="02020400000000000000" pitchFamily="49" charset="-128"/>
                  </a:endParaRPr>
                </a:p>
                <a:p>
                  <a:pPr algn="ctr"/>
                  <a:endParaRPr kumimoji="1" lang="ja-JP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D Digi Kyokasho N-R" panose="02020400000000000000" pitchFamily="49" charset="-128"/>
                    <a:ea typeface="UD Digi Kyokasho N-R" panose="02020400000000000000" pitchFamily="49" charset="-128"/>
                  </a:endParaRPr>
                </a:p>
              </p:txBody>
            </p:sp>
            <p:sp>
              <p:nvSpPr>
                <p:cNvPr id="10" name="正方形/長方形 9">
                  <a:extLst>
                    <a:ext uri="{FF2B5EF4-FFF2-40B4-BE49-F238E27FC236}">
                      <a16:creationId xmlns:a16="http://schemas.microsoft.com/office/drawing/2014/main" id="{5DFC4B49-E2E5-C977-864E-D26EF667428F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441413" y="5053397"/>
                  <a:ext cx="7557955" cy="170648"/>
                </a:xfrm>
                <a:prstGeom prst="rect">
                  <a:avLst/>
                </a:prstGeom>
                <a:gradFill>
                  <a:gsLst>
                    <a:gs pos="0">
                      <a:srgbClr val="191A1E"/>
                    </a:gs>
                    <a:gs pos="2000">
                      <a:srgbClr val="3B3C43"/>
                    </a:gs>
                    <a:gs pos="94000">
                      <a:srgbClr val="737479"/>
                    </a:gs>
                    <a:gs pos="19000">
                      <a:srgbClr val="74757A"/>
                    </a:gs>
                    <a:gs pos="1000">
                      <a:srgbClr val="87888D"/>
                    </a:gs>
                    <a:gs pos="100000">
                      <a:srgbClr val="191A1E"/>
                    </a:gs>
                    <a:gs pos="99000">
                      <a:srgbClr val="67686D"/>
                    </a:gs>
                    <a:gs pos="98000">
                      <a:srgbClr val="3B3C43"/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en-US" altLang="ja-JP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D Digi Kyokasho N-R" panose="02020400000000000000" pitchFamily="49" charset="-128"/>
                    <a:ea typeface="UD Digi Kyokasho N-R" panose="02020400000000000000" pitchFamily="49" charset="-128"/>
                  </a:endParaRPr>
                </a:p>
                <a:p>
                  <a:pPr algn="ctr"/>
                  <a:endParaRPr kumimoji="1" lang="ja-JP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D Digi Kyokasho N-R" panose="02020400000000000000" pitchFamily="49" charset="-128"/>
                    <a:ea typeface="UD Digi Kyokasho N-R" panose="02020400000000000000" pitchFamily="49" charset="-128"/>
                  </a:endParaRPr>
                </a:p>
              </p:txBody>
            </p:sp>
            <p:grpSp>
              <p:nvGrpSpPr>
                <p:cNvPr id="12" name="グループ化 11">
                  <a:extLst>
                    <a:ext uri="{FF2B5EF4-FFF2-40B4-BE49-F238E27FC236}">
                      <a16:creationId xmlns:a16="http://schemas.microsoft.com/office/drawing/2014/main" id="{A2CC48BE-C8A6-E8D7-8196-D9A518D3F69C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5272797" y="5053397"/>
                  <a:ext cx="5895187" cy="172132"/>
                  <a:chOff x="5758938" y="3809317"/>
                  <a:chExt cx="5895187" cy="172132"/>
                </a:xfrm>
              </p:grpSpPr>
              <p:sp>
                <p:nvSpPr>
                  <p:cNvPr id="13" name="正方形/長方形 12">
                    <a:extLst>
                      <a:ext uri="{FF2B5EF4-FFF2-40B4-BE49-F238E27FC236}">
                        <a16:creationId xmlns:a16="http://schemas.microsoft.com/office/drawing/2014/main" id="{2BB6934B-DDC1-AEF2-67CC-3811A72CB47B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5758938" y="3809317"/>
                    <a:ext cx="18000" cy="172132"/>
                  </a:xfrm>
                  <a:prstGeom prst="rect">
                    <a:avLst/>
                  </a:prstGeom>
                  <a:gradFill>
                    <a:gsLst>
                      <a:gs pos="0">
                        <a:schemeClr val="tx2">
                          <a:alpha val="88000"/>
                        </a:schemeClr>
                      </a:gs>
                      <a:gs pos="100000">
                        <a:srgbClr val="3B3C43">
                          <a:alpha val="96000"/>
                        </a:srgbClr>
                      </a:gs>
                    </a:gsLst>
                    <a:lin ang="54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UD Digi Kyokasho N-R" panose="02020400000000000000" pitchFamily="49" charset="-128"/>
                      <a:ea typeface="UD Digi Kyokasho N-R" panose="02020400000000000000" pitchFamily="49" charset="-128"/>
                    </a:endParaRPr>
                  </a:p>
                </p:txBody>
              </p:sp>
              <p:sp>
                <p:nvSpPr>
                  <p:cNvPr id="14" name="正方形/長方形 13">
                    <a:extLst>
                      <a:ext uri="{FF2B5EF4-FFF2-40B4-BE49-F238E27FC236}">
                        <a16:creationId xmlns:a16="http://schemas.microsoft.com/office/drawing/2014/main" id="{C297C383-56C2-5F55-151E-F6D2041A48C8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 flipH="1">
                    <a:off x="11636125" y="3809317"/>
                    <a:ext cx="18000" cy="172132"/>
                  </a:xfrm>
                  <a:prstGeom prst="rect">
                    <a:avLst/>
                  </a:prstGeom>
                  <a:gradFill>
                    <a:gsLst>
                      <a:gs pos="0">
                        <a:schemeClr val="tx2">
                          <a:alpha val="88000"/>
                        </a:schemeClr>
                      </a:gs>
                      <a:gs pos="100000">
                        <a:srgbClr val="3B3C43">
                          <a:alpha val="96000"/>
                        </a:srgbClr>
                      </a:gs>
                    </a:gsLst>
                    <a:lin ang="54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UD Digi Kyokasho N-R" panose="02020400000000000000" pitchFamily="49" charset="-128"/>
                      <a:ea typeface="UD Digi Kyokasho N-R" panose="02020400000000000000" pitchFamily="49" charset="-128"/>
                    </a:endParaRPr>
                  </a:p>
                </p:txBody>
              </p:sp>
            </p:grpSp>
          </p:grpSp>
        </p:grpSp>
      </p:grp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3E76DCA-E708-4F34-3A2A-013F80267C5B}"/>
              </a:ext>
            </a:extLst>
          </p:cNvPr>
          <p:cNvSpPr/>
          <p:nvPr/>
        </p:nvSpPr>
        <p:spPr>
          <a:xfrm rot="10800000">
            <a:off x="625163" y="637328"/>
            <a:ext cx="63760" cy="63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9BD8B32-293D-CA13-A7D7-A311D2D58B5C}"/>
              </a:ext>
            </a:extLst>
          </p:cNvPr>
          <p:cNvSpPr/>
          <p:nvPr/>
        </p:nvSpPr>
        <p:spPr>
          <a:xfrm rot="10800000">
            <a:off x="717758" y="637328"/>
            <a:ext cx="63760" cy="63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4ED6F22-8BDF-1648-7319-D3A4857427DD}"/>
              </a:ext>
            </a:extLst>
          </p:cNvPr>
          <p:cNvSpPr/>
          <p:nvPr/>
        </p:nvSpPr>
        <p:spPr>
          <a:xfrm rot="10800000">
            <a:off x="625163" y="734156"/>
            <a:ext cx="63760" cy="63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0E8D369-F161-4B0B-8927-C046CDD8A7A4}"/>
              </a:ext>
            </a:extLst>
          </p:cNvPr>
          <p:cNvSpPr/>
          <p:nvPr/>
        </p:nvSpPr>
        <p:spPr>
          <a:xfrm rot="10800000">
            <a:off x="717758" y="734157"/>
            <a:ext cx="63760" cy="6376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BD5B483-0696-CE35-CEAD-C27E75E8056F}"/>
              </a:ext>
            </a:extLst>
          </p:cNvPr>
          <p:cNvSpPr txBox="1"/>
          <p:nvPr/>
        </p:nvSpPr>
        <p:spPr>
          <a:xfrm>
            <a:off x="742842" y="598515"/>
            <a:ext cx="13388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spc="5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English Title Here</a:t>
            </a:r>
            <a:endParaRPr kumimoji="1" lang="ja-JP" altLang="en-US" sz="900" spc="5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1" name="日付プレースホルダー 11">
            <a:extLst>
              <a:ext uri="{FF2B5EF4-FFF2-40B4-BE49-F238E27FC236}">
                <a16:creationId xmlns:a16="http://schemas.microsoft.com/office/drawing/2014/main" id="{601BDCE0-8C83-6C82-A1AE-58192D18CA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53" y="6220672"/>
            <a:ext cx="2743200" cy="306311"/>
          </a:xfrm>
        </p:spPr>
        <p:txBody>
          <a:bodyPr/>
          <a:lstStyle/>
          <a:p>
            <a:fld id="{C65ACB73-0FFF-47AE-A154-78FA3AF10A6D}" type="datetime3">
              <a:rPr lang="en-US" altLang="ja-JP" sz="900" spc="50" smtClean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pPr/>
              <a:t>5 February 2026</a:t>
            </a:fld>
            <a:r>
              <a:rPr lang="en-US" altLang="ja-JP" sz="900" spc="5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H.Y</a:t>
            </a:r>
            <a:endParaRPr lang="ja-JP" altLang="en-US" sz="900" spc="5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AA37D8C-7B8D-E6F3-549C-8CF58B347861}"/>
              </a:ext>
            </a:extLst>
          </p:cNvPr>
          <p:cNvSpPr txBox="1"/>
          <p:nvPr/>
        </p:nvSpPr>
        <p:spPr>
          <a:xfrm>
            <a:off x="404020" y="2629520"/>
            <a:ext cx="83258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Microsoft</a:t>
            </a:r>
            <a:r>
              <a:rPr lang="ja-JP" alt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概論</a:t>
            </a:r>
            <a:endParaRPr kumimoji="1" lang="ja-JP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2B594F0-6DBB-B0D7-2DB7-3B6D7CF15ABC}"/>
              </a:ext>
            </a:extLst>
          </p:cNvPr>
          <p:cNvSpPr txBox="1"/>
          <p:nvPr/>
        </p:nvSpPr>
        <p:spPr>
          <a:xfrm>
            <a:off x="404020" y="3398961"/>
            <a:ext cx="77036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- Copilot</a:t>
            </a:r>
            <a:r>
              <a:rPr lang="ja-JP" altLang="en" sz="16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／</a:t>
            </a:r>
            <a:r>
              <a:rPr lang="en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Azure</a:t>
            </a:r>
            <a:r>
              <a:rPr lang="ja-JP" altLang="en" sz="16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／</a:t>
            </a:r>
            <a:r>
              <a:rPr lang="en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Power Platform/Microsoft365 </a:t>
            </a:r>
            <a:r>
              <a:rPr lang="ja-JP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の全体像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- 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160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10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6" presetClass="emph" presetSubtype="0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6" presetClass="emph" presetSubtype="0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100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8" accel="38000" decel="62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8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accel="38000" decel="62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8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/>
      <p:bldP spid="33" grpId="0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44124-63B5-FB9F-119D-CC05B4360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E94150-3227-5678-4974-3D2614CC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本社プロファイル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E5551120-DA10-04BF-24B1-5405AFF24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238439"/>
              </p:ext>
            </p:extLst>
          </p:nvPr>
        </p:nvGraphicFramePr>
        <p:xfrm>
          <a:off x="1057661" y="1558167"/>
          <a:ext cx="10076677" cy="44821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2373">
                  <a:extLst>
                    <a:ext uri="{9D8B030D-6E8A-4147-A177-3AD203B41FA5}">
                      <a16:colId xmlns:a16="http://schemas.microsoft.com/office/drawing/2014/main" val="136114944"/>
                    </a:ext>
                  </a:extLst>
                </a:gridCol>
                <a:gridCol w="6704304">
                  <a:extLst>
                    <a:ext uri="{9D8B030D-6E8A-4147-A177-3AD203B41FA5}">
                      <a16:colId xmlns:a16="http://schemas.microsoft.com/office/drawing/2014/main" val="3997911424"/>
                    </a:ext>
                  </a:extLst>
                </a:gridCol>
              </a:tblGrid>
              <a:tr h="671134">
                <a:tc>
                  <a:txBody>
                    <a:bodyPr/>
                    <a:lstStyle/>
                    <a:p>
                      <a:r>
                        <a:rPr kumimoji="1" lang="ja-JP" altLang="en-US" sz="2800" b="0" i="0">
                          <a:solidFill>
                            <a:srgbClr val="333333"/>
                          </a:solidFill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項目</a:t>
                      </a:r>
                      <a:endParaRPr kumimoji="1" lang="ja-JP" altLang="en-US" sz="2800" b="0" i="0" dirty="0"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2800" b="0" i="0">
                          <a:solidFill>
                            <a:srgbClr val="333333"/>
                          </a:solidFill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内容</a:t>
                      </a:r>
                      <a:endParaRPr kumimoji="1" lang="ja-JP" altLang="en-US" sz="2800" b="0" i="0" dirty="0"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947396"/>
                  </a:ext>
                </a:extLst>
              </a:tr>
              <a:tr h="671134">
                <a:tc>
                  <a:txBody>
                    <a:bodyPr/>
                    <a:lstStyle/>
                    <a:p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正式名称</a:t>
                      </a:r>
                      <a:endParaRPr kumimoji="1" lang="ja-JP" altLang="en-US" sz="2800" b="0" i="0" dirty="0">
                        <a:ln>
                          <a:noFill/>
                        </a:ln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2800" dirty="0">
                          <a:solidFill>
                            <a:srgbClr val="333333"/>
                          </a:solidFill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Microsoft Corporation</a:t>
                      </a:r>
                      <a:endParaRPr lang="ja-JP" altLang="en-US" sz="2800" dirty="0"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686128"/>
                  </a:ext>
                </a:extLst>
              </a:tr>
              <a:tr h="671134">
                <a:tc>
                  <a:txBody>
                    <a:bodyPr/>
                    <a:lstStyle/>
                    <a:p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設立年月日</a:t>
                      </a:r>
                      <a:endParaRPr kumimoji="1" lang="ja-JP" altLang="en-US" sz="2800" b="0" i="0" dirty="0">
                        <a:ln>
                          <a:noFill/>
                        </a:ln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1975</a:t>
                      </a:r>
                      <a:r>
                        <a:rPr kumimoji="1" lang="ja-JP" altLang="en-US" sz="2800" b="0" i="0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年</a:t>
                      </a:r>
                      <a:r>
                        <a:rPr kumimoji="1" lang="en-US" altLang="ja-JP" sz="2800" b="0" i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4</a:t>
                      </a:r>
                      <a:r>
                        <a:rPr kumimoji="1" lang="ja-JP" altLang="en-US" sz="2800" b="0" i="0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月</a:t>
                      </a:r>
                      <a:r>
                        <a:rPr kumimoji="1" lang="en-US" altLang="ja-JP" sz="2800" b="0" i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4</a:t>
                      </a:r>
                      <a:r>
                        <a:rPr kumimoji="1" lang="ja-JP" altLang="en-US" sz="2800" b="0" i="0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日</a:t>
                      </a:r>
                      <a:endParaRPr kumimoji="1" lang="ja-JP" altLang="en-US" sz="2800" b="0" i="0" dirty="0">
                        <a:ln>
                          <a:noFill/>
                        </a:ln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66919"/>
                  </a:ext>
                </a:extLst>
              </a:tr>
              <a:tr h="671134">
                <a:tc>
                  <a:txBody>
                    <a:bodyPr/>
                    <a:lstStyle/>
                    <a:p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創業者</a:t>
                      </a:r>
                      <a:endParaRPr kumimoji="1" lang="ja-JP" altLang="en-US" sz="2800" b="0" i="0" dirty="0">
                        <a:ln>
                          <a:noFill/>
                        </a:ln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2800" dirty="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Bill Gates</a:t>
                      </a:r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・</a:t>
                      </a:r>
                      <a:r>
                        <a:rPr lang="en" altLang="ja-JP" sz="2800" dirty="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Paul Allen</a:t>
                      </a:r>
                      <a:endParaRPr kumimoji="1" lang="ja-JP" altLang="en-US" sz="2800" b="0" i="0" dirty="0">
                        <a:ln>
                          <a:noFill/>
                        </a:ln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372841"/>
                  </a:ext>
                </a:extLst>
              </a:tr>
              <a:tr h="671134">
                <a:tc>
                  <a:txBody>
                    <a:bodyPr/>
                    <a:lstStyle/>
                    <a:p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本社所在地</a:t>
                      </a:r>
                      <a:endParaRPr kumimoji="1" lang="ja-JP" altLang="en-US" sz="2800" b="0" i="0" dirty="0">
                        <a:ln>
                          <a:noFill/>
                        </a:ln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アメリカ合衆国 ワシントン州 レッドモンド</a:t>
                      </a:r>
                      <a:r>
                        <a:rPr lang="en-US" altLang="ja-JP" sz="2800" dirty="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(</a:t>
                      </a:r>
                      <a:r>
                        <a:rPr lang="en" altLang="ja-JP" sz="2800" dirty="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One Microsoft Way)</a:t>
                      </a:r>
                      <a:endParaRPr lang="ja-JP" altLang="en-US" sz="2800" dirty="0"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308486"/>
                  </a:ext>
                </a:extLst>
              </a:tr>
              <a:tr h="671134">
                <a:tc>
                  <a:txBody>
                    <a:bodyPr/>
                    <a:lstStyle/>
                    <a:p>
                      <a:r>
                        <a:rPr kumimoji="1" lang="ja-JP" altLang="en-US" sz="2800" b="0" i="0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代表者</a:t>
                      </a:r>
                      <a:endParaRPr kumimoji="1" lang="ja-JP" altLang="en-US" sz="2800" b="0" i="0" dirty="0">
                        <a:ln>
                          <a:noFill/>
                        </a:ln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2800" dirty="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Satya Nadella(</a:t>
                      </a:r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第</a:t>
                      </a:r>
                      <a:r>
                        <a:rPr lang="en-US" altLang="ja-JP" sz="2800" dirty="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3</a:t>
                      </a:r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代・</a:t>
                      </a:r>
                      <a:r>
                        <a:rPr lang="en" altLang="ja-JP" sz="2800" dirty="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2014</a:t>
                      </a:r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年</a:t>
                      </a:r>
                      <a:r>
                        <a:rPr lang="en-US" altLang="ja-JP" sz="2800" dirty="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〜)</a:t>
                      </a:r>
                      <a:endParaRPr lang="ja-JP" altLang="en-US" sz="2800" dirty="0"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622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830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D40ED-AC3A-A335-7006-4E07F840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72C5C2-7ADC-6786-4505-A1B8BD500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日本法人プロファイル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B25A5E94-CA6E-8FDB-B4A2-E256B3FA4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521425"/>
              </p:ext>
            </p:extLst>
          </p:nvPr>
        </p:nvGraphicFramePr>
        <p:xfrm>
          <a:off x="1057661" y="1558167"/>
          <a:ext cx="10076677" cy="3379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2373">
                  <a:extLst>
                    <a:ext uri="{9D8B030D-6E8A-4147-A177-3AD203B41FA5}">
                      <a16:colId xmlns:a16="http://schemas.microsoft.com/office/drawing/2014/main" val="136114944"/>
                    </a:ext>
                  </a:extLst>
                </a:gridCol>
                <a:gridCol w="6704304">
                  <a:extLst>
                    <a:ext uri="{9D8B030D-6E8A-4147-A177-3AD203B41FA5}">
                      <a16:colId xmlns:a16="http://schemas.microsoft.com/office/drawing/2014/main" val="3997911424"/>
                    </a:ext>
                  </a:extLst>
                </a:gridCol>
              </a:tblGrid>
              <a:tr h="671134">
                <a:tc>
                  <a:txBody>
                    <a:bodyPr/>
                    <a:lstStyle/>
                    <a:p>
                      <a:r>
                        <a:rPr kumimoji="1" lang="ja-JP" altLang="en-US" sz="2800" b="0" i="0">
                          <a:solidFill>
                            <a:srgbClr val="333333"/>
                          </a:solidFill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項目</a:t>
                      </a:r>
                      <a:endParaRPr kumimoji="1" lang="ja-JP" altLang="en-US" sz="2800" b="0" i="0" dirty="0"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2800" b="0" i="0">
                          <a:solidFill>
                            <a:srgbClr val="333333"/>
                          </a:solidFill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内容</a:t>
                      </a:r>
                      <a:endParaRPr kumimoji="1" lang="ja-JP" altLang="en-US" sz="2800" b="0" i="0" dirty="0"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947396"/>
                  </a:ext>
                </a:extLst>
              </a:tr>
              <a:tr h="671134">
                <a:tc>
                  <a:txBody>
                    <a:bodyPr/>
                    <a:lstStyle/>
                    <a:p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正式名称</a:t>
                      </a:r>
                      <a:endParaRPr kumimoji="1" lang="ja-JP" altLang="en-US" sz="2800" b="0" i="0" dirty="0">
                        <a:ln>
                          <a:noFill/>
                        </a:ln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2800" dirty="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Microsoft Japan Company, Limited</a:t>
                      </a:r>
                      <a:endParaRPr lang="ja-JP" altLang="en-US" sz="2800" dirty="0"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686128"/>
                  </a:ext>
                </a:extLst>
              </a:tr>
              <a:tr h="671134">
                <a:tc>
                  <a:txBody>
                    <a:bodyPr/>
                    <a:lstStyle/>
                    <a:p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設立年月日</a:t>
                      </a:r>
                      <a:endParaRPr kumimoji="1" lang="ja-JP" altLang="en-US" sz="2800" b="0" i="0" dirty="0">
                        <a:ln>
                          <a:noFill/>
                        </a:ln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2800" dirty="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1986</a:t>
                      </a:r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年</a:t>
                      </a:r>
                      <a:r>
                        <a:rPr lang="en-US" altLang="ja-JP" sz="2800" dirty="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2</a:t>
                      </a:r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月</a:t>
                      </a:r>
                      <a:r>
                        <a:rPr lang="en-US" altLang="ja-JP" sz="2800" dirty="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11</a:t>
                      </a:r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日</a:t>
                      </a:r>
                      <a:endParaRPr kumimoji="1" lang="ja-JP" altLang="en-US" sz="2800" b="0" i="0" dirty="0">
                        <a:ln>
                          <a:noFill/>
                        </a:ln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66919"/>
                  </a:ext>
                </a:extLst>
              </a:tr>
              <a:tr h="671134">
                <a:tc>
                  <a:txBody>
                    <a:bodyPr/>
                    <a:lstStyle/>
                    <a:p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本社所在地</a:t>
                      </a:r>
                      <a:endParaRPr kumimoji="1" lang="ja-JP" altLang="en-US" sz="2800" b="0" i="0" dirty="0">
                        <a:ln>
                          <a:noFill/>
                        </a:ln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東京都品川区上大崎</a:t>
                      </a:r>
                      <a:endParaRPr lang="ja-JP" altLang="en-US" sz="2800" dirty="0"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308486"/>
                  </a:ext>
                </a:extLst>
              </a:tr>
              <a:tr h="671134">
                <a:tc>
                  <a:txBody>
                    <a:bodyPr/>
                    <a:lstStyle/>
                    <a:p>
                      <a:r>
                        <a:rPr kumimoji="1" lang="ja-JP" altLang="en-US" sz="2800" b="0" i="0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代表者</a:t>
                      </a:r>
                      <a:endParaRPr kumimoji="1" lang="ja-JP" altLang="en-US" sz="2800" b="0" i="0" dirty="0">
                        <a:ln>
                          <a:noFill/>
                        </a:ln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津坂 美樹</a:t>
                      </a:r>
                      <a:r>
                        <a:rPr lang="en-US" altLang="ja-JP" sz="2800" dirty="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(2023</a:t>
                      </a:r>
                      <a:r>
                        <a:rPr lang="ja-JP" altLang="en-US" sz="280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年</a:t>
                      </a:r>
                      <a:r>
                        <a:rPr lang="en-US" altLang="ja-JP" sz="2800" dirty="0">
                          <a:latin typeface="UD Digi Kyokasho N-R" panose="02020400000000000000" pitchFamily="49" charset="-128"/>
                          <a:ea typeface="UD Digi Kyokasho N-R" panose="02020400000000000000" pitchFamily="49" charset="-128"/>
                        </a:rPr>
                        <a:t>〜)</a:t>
                      </a:r>
                      <a:endParaRPr lang="ja-JP" altLang="en-US" sz="2800" dirty="0">
                        <a:solidFill>
                          <a:srgbClr val="333333"/>
                        </a:solidFill>
                        <a:latin typeface="UD Digi Kyokasho N-R" panose="02020400000000000000" pitchFamily="49" charset="-128"/>
                        <a:ea typeface="UD Digi Kyokasho N-R" panose="02020400000000000000" pitchFamily="49" charset="-128"/>
                      </a:endParaRPr>
                    </a:p>
                  </a:txBody>
                  <a:tcPr marL="124592" marR="124592" marT="124592" marB="12459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622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4716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26B8B-1AF0-B62C-0EB7-C6902CF81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BF713A-FED0-7AE9-BF46-3EDF34F8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Mission </a:t>
            </a:r>
            <a:r>
              <a:rPr lang="en-US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/ Vision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647988-7AA5-97F6-991E-0A5E85694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8167"/>
            <a:ext cx="121920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ja-JP" altLang="en-US" sz="2400" b="1" u="sng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創業時</a:t>
            </a:r>
            <a:endParaRPr lang="en-US" altLang="ja-JP" sz="2400" b="1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</a:t>
            </a:r>
            <a:r>
              <a: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[</a:t>
            </a: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すべての机と、すべての家庭に</a:t>
            </a:r>
            <a:r>
              <a: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1</a:t>
            </a: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台のコンピューターを</a:t>
            </a:r>
            <a:r>
              <a: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]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</a:t>
            </a:r>
            <a:r>
              <a:rPr lang="en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Windows</a:t>
            </a: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製品の普及を通じて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PC</a:t>
            </a: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を誰もが使えることを目指した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altLang="ja-JP" sz="2400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2400" b="1" u="sng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現在</a:t>
            </a:r>
            <a:endParaRPr lang="en-US" altLang="ja-JP" sz="2400" b="1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altLang="ja-JP" sz="2300" dirty="0">
                <a:solidFill>
                  <a:srgbClr val="003BBF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[</a:t>
            </a:r>
            <a:r>
              <a:rPr lang="ja-JP" altLang="en-US" sz="2300">
                <a:solidFill>
                  <a:srgbClr val="003BBF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地球上のすべての個人とすべての組織が、より多くのことを達成できるように力を与える</a:t>
            </a:r>
            <a:r>
              <a:rPr lang="en-US" altLang="ja-JP" sz="2300" dirty="0">
                <a:solidFill>
                  <a:srgbClr val="003BBF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]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Microsoft</a:t>
            </a: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製品・クラウドを通じて他者の成功を支援することを目指す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CE5659AD-0D60-671C-2C7E-5CCBE566AC92}"/>
              </a:ext>
            </a:extLst>
          </p:cNvPr>
          <p:cNvGrpSpPr/>
          <p:nvPr/>
        </p:nvGrpSpPr>
        <p:grpSpPr>
          <a:xfrm>
            <a:off x="5406195" y="3532755"/>
            <a:ext cx="1379610" cy="778052"/>
            <a:chOff x="3882194" y="4757648"/>
            <a:chExt cx="1379610" cy="778052"/>
          </a:xfrm>
        </p:grpSpPr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07706BE4-ACD3-5EDF-8263-0051477D6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3882194" y="4887700"/>
              <a:ext cx="1379610" cy="648000"/>
            </a:xfrm>
            <a:prstGeom prst="rect">
              <a:avLst/>
            </a:prstGeom>
          </p:spPr>
        </p:pic>
        <p:pic>
          <p:nvPicPr>
            <p:cNvPr id="6" name="グラフィックス 5">
              <a:extLst>
                <a:ext uri="{FF2B5EF4-FFF2-40B4-BE49-F238E27FC236}">
                  <a16:creationId xmlns:a16="http://schemas.microsoft.com/office/drawing/2014/main" id="{6B103FF9-7D3E-5BC2-EAA0-4975A3F7C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3997162" y="4757648"/>
              <a:ext cx="1149675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829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B10F1-D39B-2E39-C497-BB821C4DE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BEF5C3-A793-1E4C-C597-04E3DCF5A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Values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graphicFrame>
        <p:nvGraphicFramePr>
          <p:cNvPr id="7" name="図表 6">
            <a:extLst>
              <a:ext uri="{FF2B5EF4-FFF2-40B4-BE49-F238E27FC236}">
                <a16:creationId xmlns:a16="http://schemas.microsoft.com/office/drawing/2014/main" id="{7C3FD4A9-DC17-D568-FD74-5A6ACD4B1A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7788304"/>
              </p:ext>
            </p:extLst>
          </p:nvPr>
        </p:nvGraphicFramePr>
        <p:xfrm>
          <a:off x="838199" y="1213611"/>
          <a:ext cx="10495157" cy="3782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1431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CFEFE-DF73-1A4E-9F92-05724FCF7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A76D58-1A9B-6A19-CBEE-44B60718D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カルチャーの変遷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FACA8114-7310-6F84-C22B-E8C56173D74C}"/>
              </a:ext>
            </a:extLst>
          </p:cNvPr>
          <p:cNvSpPr txBox="1">
            <a:spLocks/>
          </p:cNvSpPr>
          <p:nvPr/>
        </p:nvSpPr>
        <p:spPr>
          <a:xfrm>
            <a:off x="858644" y="4058926"/>
            <a:ext cx="4402469" cy="23551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「知っていること」が価値であり、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「自分たちはすでに答えを持っていてそれが正しい」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→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</a:t>
            </a: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安定期には強く、変化に弱い文化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  <p:graphicFrame>
        <p:nvGraphicFramePr>
          <p:cNvPr id="10" name="図表 9">
            <a:extLst>
              <a:ext uri="{FF2B5EF4-FFF2-40B4-BE49-F238E27FC236}">
                <a16:creationId xmlns:a16="http://schemas.microsoft.com/office/drawing/2014/main" id="{87B26B13-4786-471A-EB98-435859F4FB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9078123"/>
              </p:ext>
            </p:extLst>
          </p:nvPr>
        </p:nvGraphicFramePr>
        <p:xfrm>
          <a:off x="817756" y="1422850"/>
          <a:ext cx="10515600" cy="26360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C89076D8-5B14-8FB0-2A13-3CC331C11F11}"/>
              </a:ext>
            </a:extLst>
          </p:cNvPr>
          <p:cNvSpPr txBox="1">
            <a:spLocks/>
          </p:cNvSpPr>
          <p:nvPr/>
        </p:nvSpPr>
        <p:spPr>
          <a:xfrm>
            <a:off x="5715565" y="4058926"/>
            <a:ext cx="5658679" cy="23551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「学び続けること」が価値であり、</a:t>
            </a:r>
            <a:b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</a:b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「答えは常に変わる。だから問い続け、試し続ける」</a:t>
            </a:r>
            <a:b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</a:b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→ 変化に強く、不確実な時代に適応できる文化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8546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CEB2B-C51A-CDEB-C8C5-0F86A058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94FE2B-7A26-F2F0-22C7-D294EA8E0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プラットフォーム戦略の変遷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9AA4B6E3-BAAF-7CF6-828F-B74F75A8C1D6}"/>
              </a:ext>
            </a:extLst>
          </p:cNvPr>
          <p:cNvSpPr txBox="1">
            <a:spLocks/>
          </p:cNvSpPr>
          <p:nvPr/>
        </p:nvSpPr>
        <p:spPr>
          <a:xfrm>
            <a:off x="858644" y="3131272"/>
            <a:ext cx="3077251" cy="32894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Windows</a:t>
            </a: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を中心に世界を構築する戦略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Windows + Office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  <p:graphicFrame>
        <p:nvGraphicFramePr>
          <p:cNvPr id="10" name="図表 9">
            <a:extLst>
              <a:ext uri="{FF2B5EF4-FFF2-40B4-BE49-F238E27FC236}">
                <a16:creationId xmlns:a16="http://schemas.microsoft.com/office/drawing/2014/main" id="{E585B0D5-3E2D-4542-2A75-22940FB231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1195551"/>
              </p:ext>
            </p:extLst>
          </p:nvPr>
        </p:nvGraphicFramePr>
        <p:xfrm>
          <a:off x="817756" y="985528"/>
          <a:ext cx="10515600" cy="26360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47844B-0473-B0FF-61D7-8474D801A088}"/>
              </a:ext>
            </a:extLst>
          </p:cNvPr>
          <p:cNvSpPr txBox="1">
            <a:spLocks/>
          </p:cNvSpPr>
          <p:nvPr/>
        </p:nvSpPr>
        <p:spPr>
          <a:xfrm>
            <a:off x="4204819" y="3131273"/>
            <a:ext cx="3077250" cy="32894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デバイスを問わず、クラウドを中心に価値を提供する戦略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Azure / Microsoft365 / </a:t>
            </a:r>
            <a:r>
              <a:rPr lang="en" altLang="ja-JP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Entra ID</a:t>
            </a:r>
            <a:endParaRPr lang="en" altLang="ja-JP" sz="20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オンプレから</a:t>
            </a:r>
            <a:r>
              <a:rPr lang="en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SaaS</a:t>
            </a:r>
            <a:r>
              <a:rPr lang="ja-JP" altLang="en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・</a:t>
            </a:r>
            <a:r>
              <a:rPr lang="en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PaaS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・サブスクへの転換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9C60DD22-C118-227D-04D9-61B482FA914C}"/>
              </a:ext>
            </a:extLst>
          </p:cNvPr>
          <p:cNvSpPr txBox="1">
            <a:spLocks/>
          </p:cNvSpPr>
          <p:nvPr/>
        </p:nvSpPr>
        <p:spPr>
          <a:xfrm>
            <a:off x="7550992" y="3131273"/>
            <a:ext cx="4051288" cy="32894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AI</a:t>
            </a: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を前提に、すべてを再設計する戦略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Copilot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(</a:t>
            </a:r>
            <a:r>
              <a:rPr lang="en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M365/GitHub /Power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Azure OpenAI Service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Microsoft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platform</a:t>
            </a: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の完成形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→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</a:t>
            </a:r>
            <a:r>
              <a:rPr lang="en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Azure×</a:t>
            </a: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データ</a:t>
            </a:r>
            <a:r>
              <a:rPr lang="en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×ID×AI</a:t>
            </a:r>
          </a:p>
        </p:txBody>
      </p:sp>
    </p:spTree>
    <p:extLst>
      <p:ext uri="{BB962C8B-B14F-4D97-AF65-F5344CB8AC3E}">
        <p14:creationId xmlns:p14="http://schemas.microsoft.com/office/powerpoint/2010/main" val="3649093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D81EC-EC42-9467-2D4B-E83AB3C4E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5EC88B-EA4F-6B95-853F-53A4703E0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</a:t>
            </a:r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基盤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19F351-7860-3E7D-F9D4-A107E3232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ja-JP" altLang="en-US" sz="40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すべてのクラウド利用を</a:t>
            </a:r>
            <a:endParaRPr lang="en-US" altLang="ja-JP" sz="4000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40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一元的に管理・判断するための共通基盤</a:t>
            </a:r>
            <a:endParaRPr lang="en-US" altLang="ja-JP" sz="4000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認証・認可・制御を統合する仕組み</a:t>
            </a: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6606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890C0-BEC6-644F-FCE8-27BCBEE1A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6B7F8B-3CAC-4001-C6DE-FB9C7162F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</a:t>
            </a:r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基盤の</a:t>
            </a:r>
            <a:r>
              <a:rPr lang="en-US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3</a:t>
            </a:r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要素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FCF5E2-105F-A6A9-6DE2-241789F5B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ja-JP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</a:t>
            </a:r>
            <a:r>
              <a:rPr lang="ja-JP" altLang="en-US" sz="36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認証：利用者の正当性（ログイン）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</a:t>
            </a:r>
            <a:r>
              <a:rPr lang="ja-JP" altLang="en-US" sz="36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認可：利用可能な範囲（権限）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</a:t>
            </a:r>
            <a:r>
              <a:rPr lang="ja-JP" altLang="en-US" sz="36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制御：利用状況に応じて制限（条件・リスク）</a:t>
            </a: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003BBF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これらを、全サービスで同一基準により判断する</a:t>
            </a:r>
            <a:endParaRPr lang="en-US" altLang="ja-JP" sz="3600" dirty="0">
              <a:solidFill>
                <a:srgbClr val="003BBF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01DD749E-6BC8-BB6B-F0EA-04D1A9F4E4EF}"/>
              </a:ext>
            </a:extLst>
          </p:cNvPr>
          <p:cNvGrpSpPr/>
          <p:nvPr/>
        </p:nvGrpSpPr>
        <p:grpSpPr>
          <a:xfrm>
            <a:off x="5406195" y="4425363"/>
            <a:ext cx="1379610" cy="778052"/>
            <a:chOff x="3882194" y="4757648"/>
            <a:chExt cx="1379610" cy="778052"/>
          </a:xfrm>
        </p:grpSpPr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2D4F45A6-E9AD-2D31-1484-AB60B56B6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3882194" y="4887700"/>
              <a:ext cx="1379610" cy="648000"/>
            </a:xfrm>
            <a:prstGeom prst="rect">
              <a:avLst/>
            </a:prstGeom>
          </p:spPr>
        </p:pic>
        <p:pic>
          <p:nvPicPr>
            <p:cNvPr id="10" name="グラフィックス 9">
              <a:extLst>
                <a:ext uri="{FF2B5EF4-FFF2-40B4-BE49-F238E27FC236}">
                  <a16:creationId xmlns:a16="http://schemas.microsoft.com/office/drawing/2014/main" id="{FED5D434-3F1D-5E73-BAE6-B5AFF242B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3997162" y="4757648"/>
              <a:ext cx="1149675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1834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9FF29-1B34-0653-E1B5-C8DE24A78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4598D7-1CDB-7CAF-4756-AFFC4657A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</a:t>
            </a:r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基盤のメリット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77D547-3D22-089C-265D-1F499ABF7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5158"/>
            <a:ext cx="10515600" cy="51732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ja-JP" dirty="0">
                <a:solidFill>
                  <a:srgbClr val="003BBF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</a:t>
            </a:r>
            <a:r>
              <a:rPr lang="ja-JP" altLang="en-US">
                <a:solidFill>
                  <a:srgbClr val="003BBF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◾️</a:t>
            </a:r>
            <a:r>
              <a:rPr lang="ja-JP" altLang="en-US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セキュリティの標準化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→ 多要素認証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(</a:t>
            </a:r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MFA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)</a:t>
            </a:r>
            <a:endParaRPr lang="ja-JP" altLang="en-US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◾️</a:t>
            </a:r>
            <a:r>
              <a:rPr lang="ja-JP" altLang="en-US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認証の共通化</a:t>
            </a:r>
            <a:endParaRPr lang="en-US" altLang="ja-JP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→ シングルサインオン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(</a:t>
            </a:r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SSO)</a:t>
            </a:r>
            <a:endParaRPr lang="en-US" altLang="ja-JP" dirty="0">
              <a:solidFill>
                <a:srgbClr val="003BBF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ja-JP" dirty="0">
                <a:solidFill>
                  <a:srgbClr val="003BBF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</a:t>
            </a:r>
            <a:r>
              <a:rPr lang="ja-JP" altLang="en-US">
                <a:solidFill>
                  <a:srgbClr val="003BBF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◾️</a:t>
            </a:r>
            <a:r>
              <a:rPr lang="ja-JP" altLang="en-US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クラウド横断</a:t>
            </a:r>
            <a:endParaRPr lang="en-US" altLang="ja-JP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→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共通</a:t>
            </a:r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による</a:t>
            </a:r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IaaS / PaaS / SaaS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利用</a:t>
            </a:r>
            <a:endParaRPr lang="ja-JP" altLang="en-US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◾️</a:t>
            </a:r>
            <a:r>
              <a:rPr lang="ja-JP" altLang="en-US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運用の一元化</a:t>
            </a:r>
            <a:endParaRPr lang="en-US" altLang="ja-JP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→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</a:t>
            </a:r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基盤による集中管理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</a:t>
            </a:r>
            <a:r>
              <a:rPr lang="en" altLang="ja-JP" dirty="0">
                <a:solidFill>
                  <a:srgbClr val="003BBF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</a:t>
            </a:r>
            <a:r>
              <a:rPr lang="ja-JP" altLang="en-US">
                <a:solidFill>
                  <a:srgbClr val="003BBF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基盤は、クラウド時代の「前提条件」である。</a:t>
            </a:r>
            <a:endParaRPr lang="en-US" altLang="ja-JP" dirty="0">
              <a:solidFill>
                <a:srgbClr val="003BBF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6554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1B602-47EF-9E91-EB98-499E46F26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C83CB0-CA06-CB1F-1674-1CD773993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多要素認証</a:t>
            </a:r>
            <a:r>
              <a:rPr lang="en-US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(</a:t>
            </a:r>
            <a:r>
              <a:rPr lang="en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MFA)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7DED14-2C24-69FE-A983-E771EC7F1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ja-JP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Multi-Factor Authentication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複数要素で本人確認を行う認証方式</a:t>
            </a:r>
            <a:endParaRPr lang="en-US" altLang="ja-JP" sz="3600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altLang="ja-JP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基本ルール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	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：</a:t>
            </a:r>
            <a:r>
              <a:rPr lang="ja-JP" altLang="en-US" u="sng">
                <a:solidFill>
                  <a:srgbClr val="003BBF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種類の異なる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認証要素を</a:t>
            </a:r>
            <a:r>
              <a:rPr lang="en-US" altLang="ja-JP" u="sng" dirty="0">
                <a:solidFill>
                  <a:srgbClr val="003BBF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2</a:t>
            </a:r>
            <a:r>
              <a:rPr lang="ja-JP" altLang="en-US" u="sng">
                <a:solidFill>
                  <a:srgbClr val="003BBF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つ以上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使用する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 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知識要素：知っているもの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(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パスワード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)</a:t>
            </a:r>
            <a:endParaRPr lang="en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 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所持要素：持っているもの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(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スマホ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)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 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生体要素：本人そのもの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(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顔認証）</a:t>
            </a:r>
          </a:p>
          <a:p>
            <a:pPr marL="0" indent="0" algn="ctr">
              <a:lnSpc>
                <a:spcPct val="120000"/>
              </a:lnSpc>
              <a:buNone/>
            </a:pP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8699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AAC48-0595-444B-196B-2C72B94B6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9C66F-8CB7-381C-4046-001A050E5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シングルサインオン</a:t>
            </a:r>
            <a:r>
              <a:rPr lang="en-US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(</a:t>
            </a:r>
            <a:r>
              <a:rPr lang="en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SSO)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154FCC-4801-E45E-E48A-400E33726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4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ja-JP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Single Sign-On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一度の認証で複数サービスを利用できる仕組み</a:t>
            </a:r>
            <a:endParaRPr lang="en-US" altLang="ja-JP" sz="3600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altLang="ja-JP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特徴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：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サービスごとに再ログイン不要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 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→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共通認証（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基盤）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全サービスのセキュリティ統一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 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→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MFA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・条件付きアクセスの一括適用</a:t>
            </a: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9096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F2B38-22C6-F2A0-286E-F7F45FF25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40936B-AE40-60D6-A31F-A10E4C691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クラウドサービスの提供形態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graphicFrame>
        <p:nvGraphicFramePr>
          <p:cNvPr id="6" name="図表 5">
            <a:extLst>
              <a:ext uri="{FF2B5EF4-FFF2-40B4-BE49-F238E27FC236}">
                <a16:creationId xmlns:a16="http://schemas.microsoft.com/office/drawing/2014/main" id="{E91A4045-8D99-6194-6AAC-D88125E382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5415414"/>
              </p:ext>
            </p:extLst>
          </p:nvPr>
        </p:nvGraphicFramePr>
        <p:xfrm>
          <a:off x="838199" y="1505159"/>
          <a:ext cx="10495157" cy="3782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Rectangle 3">
            <a:extLst>
              <a:ext uri="{FF2B5EF4-FFF2-40B4-BE49-F238E27FC236}">
                <a16:creationId xmlns:a16="http://schemas.microsoft.com/office/drawing/2014/main" id="{C31CA513-683A-3C1D-30F1-69A6BC829A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5287618"/>
            <a:ext cx="264687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ja-JP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Azure Virtual Machines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ja-JP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Azure Virtual Network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ja-JP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Azure Load Balancer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ja-JP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Azure VPN Gateway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ja-JP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Azure Storage</a:t>
            </a:r>
            <a:r>
              <a:rPr kumimoji="0" lang="en-US" altLang="ja-JP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(</a:t>
            </a:r>
            <a:r>
              <a:rPr kumimoji="0" lang="ja-JP" altLang="ja-JP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Blob/Disk</a:t>
            </a:r>
            <a:r>
              <a:rPr kumimoji="0" lang="en-US" altLang="ja-JP" sz="16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)</a:t>
            </a:r>
            <a:endParaRPr kumimoji="0" lang="ja-JP" altLang="ja-JP" sz="16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3E92B93-B32F-7884-AAA9-69A5CC8BD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2067" y="5303006"/>
            <a:ext cx="264687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" altLang="ja-JP" sz="16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Azure App Service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" altLang="ja-JP" sz="16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Azure Functions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" altLang="ja-JP" sz="16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Azure Kubernetes Service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" altLang="ja-JP" sz="16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Azure SQL Database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" altLang="ja-JP" sz="16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Azure Web Apps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" altLang="ja-JP" sz="16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Azure Logic Apps</a:t>
            </a:r>
            <a:endParaRPr kumimoji="0" lang="ja-JP" altLang="ja-JP" sz="1600"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A52968EC-D13E-07B3-2977-C70B3031D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6777" y="5303006"/>
            <a:ext cx="320702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" altLang="ja-JP" sz="16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Microsoft365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" altLang="ja-JP" sz="16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OneDrive/Teams/SharePoint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" altLang="ja-JP" sz="16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Dynamics365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" altLang="ja-JP" sz="16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Power BI/Power Apps/Power Automate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" altLang="ja-JP" sz="16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GitHub/Copilot</a:t>
            </a:r>
            <a:endParaRPr kumimoji="0" lang="ja-JP" altLang="en-US" sz="1600" dirty="0"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52297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D720A5-95E9-762C-F739-ED6D868B1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117"/>
            <a:ext cx="10515600" cy="1325563"/>
          </a:xfrm>
        </p:spPr>
        <p:txBody>
          <a:bodyPr/>
          <a:lstStyle/>
          <a:p>
            <a:pPr algn="ctr"/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クラウドサービスの責任範囲</a:t>
            </a:r>
            <a:endParaRPr kumimoji="1" lang="ja-JP" alt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4C4B397-7BDF-5249-EC15-5EAEA4CF83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50"/>
          <a:stretch>
            <a:fillRect/>
          </a:stretch>
        </p:blipFill>
        <p:spPr bwMode="auto">
          <a:xfrm>
            <a:off x="1841146" y="1512129"/>
            <a:ext cx="8509707" cy="493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6A85279C-FFEB-2179-3671-4F3210DFD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18" y="6467751"/>
            <a:ext cx="6308035" cy="30410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ja-JP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引用元：</a:t>
            </a:r>
            <a:r>
              <a:rPr lang="en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https://business.ntt-east.co.jp/content/cloudsolution/column-78.html (2026</a:t>
            </a:r>
            <a:r>
              <a:rPr lang="ja-JP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年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2</a:t>
            </a:r>
            <a:r>
              <a:rPr lang="ja-JP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月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3</a:t>
            </a:r>
            <a:r>
              <a:rPr lang="ja-JP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日閲覧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0875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A1386-D29C-DBE9-A26E-1CDBD71F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A95403-E805-8F23-53E0-55D320CA3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" altLang="ja-JP" sz="48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</a:t>
            </a:r>
            <a:r>
              <a:rPr lang="ja-JP" altLang="en-US" sz="480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基盤のデメリット</a:t>
            </a:r>
            <a:r>
              <a:rPr lang="en-US" altLang="ja-JP" sz="48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- 1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85E7A3-BEFC-F6FB-7D08-3239E1031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◾️</a:t>
            </a:r>
            <a:r>
              <a:rPr lang="ja-JP" altLang="en-US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クラウドのセキュリティリスク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　社内・社外の境界が曖昧</a:t>
            </a:r>
            <a:endParaRPr lang="en-US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ネットワーク境界による防御だけでは不十分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→</a:t>
            </a:r>
            <a:r>
              <a:rPr lang="en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ID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を起点に常時検証（ゼロトラスト）</a:t>
            </a:r>
            <a:endParaRPr lang="en-US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◾️単一障害点のリスク</a:t>
            </a:r>
            <a:endParaRPr lang="en-US" altLang="ja-JP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ja-JP" dirty="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I</a:t>
            </a:r>
            <a:r>
              <a:rPr lang="en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D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基盤に障害が発生すると、全サービスに影響が及ぶ</a:t>
            </a:r>
            <a:endParaRPr lang="en-US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→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冗長化設計</a:t>
            </a: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/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分散</a:t>
            </a:r>
            <a:endParaRPr lang="en-US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78462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0D7B9-FD47-73B8-23ED-9F7900F55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1642BF-EE12-3282-1042-38B181771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" altLang="ja-JP" sz="48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</a:t>
            </a:r>
            <a:r>
              <a:rPr lang="ja-JP" altLang="en-US" sz="480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基盤のデメリット</a:t>
            </a:r>
            <a:r>
              <a:rPr lang="en-US" altLang="ja-JP" sz="48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- 2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78310B-51E9-871A-D440-A602ECFD7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◾️設計の難易度</a:t>
            </a:r>
            <a:endParaRPr lang="en-US" altLang="ja-JP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全社・全サービス共通の認証・権限設計が必要となる</a:t>
            </a:r>
            <a:endParaRPr lang="en-US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→最小権限の原則</a:t>
            </a: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/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ロールベース設計</a:t>
            </a: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/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段階的な導入</a:t>
            </a:r>
            <a:endParaRPr lang="en-US" altLang="ja-JP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◾️導入・移行コスト</a:t>
            </a:r>
            <a:endParaRPr lang="en-US" altLang="ja-JP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ja-JP" dirty="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既存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ID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・オンプレ環境からの統合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が必要となる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→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フェデレーションによる段階移行</a:t>
            </a: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/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既存環境とのハイブリッド構成</a:t>
            </a:r>
            <a:endParaRPr lang="en-US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9061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A4F9E-5570-8B11-FBB1-9FF325D74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3937C8-B65A-508B-37CE-AA07035A5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" altLang="ja-JP" sz="48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</a:t>
            </a:r>
            <a:r>
              <a:rPr lang="ja-JP" altLang="en-US" sz="480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基盤のデメリット</a:t>
            </a:r>
            <a:r>
              <a:rPr lang="en-US" altLang="ja-JP" sz="4800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- 3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B07565-1E57-B1AC-4876-F94949731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◾️</a:t>
            </a:r>
            <a:r>
              <a:rPr lang="ja-JP" altLang="en-US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運用の複雑化</a:t>
            </a:r>
            <a:endParaRPr lang="en-US" altLang="ja-JP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条件付きアクセス・例外管理が増加する</a:t>
            </a:r>
            <a:endParaRPr lang="en-US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→ポリシーの標準化</a:t>
            </a: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/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ルールベース制御</a:t>
            </a: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/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ログ・監査の可視化</a:t>
            </a:r>
            <a:endParaRPr lang="en-US" altLang="ja-JP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◾️運用コスト</a:t>
            </a:r>
            <a:endParaRPr lang="en-US" altLang="ja-JP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ja-JP" dirty="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</a:t>
            </a:r>
            <a:r>
              <a:rPr lang="en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基盤を維持・運用するためのライセンス費用が発生する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→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クラウド／オンプレの役割分担</a:t>
            </a:r>
            <a:endParaRPr lang="en-US" altLang="ja-JP" dirty="0"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→</a:t>
            </a: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機密・既存資産はオンプレに残す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1750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62758-6460-CC7A-CAA6-C0DAFABA9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8F8752-1349-C4E8-E7AA-932DD7F0D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ゼロトラスト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2DA807-E40B-2E10-91A9-1EC7EE25B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4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「何も信頼しない」を</a:t>
            </a:r>
            <a:endParaRPr lang="en-US" altLang="ja-JP" sz="3600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前提としたセキュリティモデル</a:t>
            </a:r>
            <a:endParaRPr lang="en-US" altLang="ja-JP" sz="3600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u="sng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常に検証し、常に制御する</a:t>
            </a:r>
            <a:endParaRPr lang="en-US" altLang="ja-JP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altLang="ja-JP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特徴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：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ネットワークではなく </a:t>
            </a:r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と状況を起点に判断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社内・社外を問わず すべてを検証</a:t>
            </a: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1163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315A4-DE31-B7D8-9A5B-B3FFE9C65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2C8F9F-73C2-D285-1DFB-9002D0A1D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ゼロトラストの</a:t>
            </a:r>
            <a:r>
              <a:rPr lang="en-US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3</a:t>
            </a:r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原則</a:t>
            </a:r>
            <a:r>
              <a:rPr lang="en-US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- 1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F6073E-E0DD-3FE2-5685-371ABE645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4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kumimoji="1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◾️</a:t>
            </a:r>
            <a:r>
              <a:rPr kumimoji="1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明示的に検証する</a:t>
            </a:r>
            <a:endParaRPr kumimoji="1" lang="en-US" altLang="ja-JP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Digi Kyokasho N-R" panose="02020400000000000000" pitchFamily="49" charset="-128"/>
              <a:ea typeface="UD Digi Kyokasho N-R" panose="02020400000000000000" pitchFamily="49" charset="-128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境界防御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(</a:t>
            </a:r>
            <a:r>
              <a:rPr kumimoji="1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VPN)</a:t>
            </a:r>
            <a:r>
              <a:rPr kumimoji="1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に頼らず、</a:t>
            </a:r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ID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や端末の状況に応じてアクセスを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リアルタイム制御</a:t>
            </a:r>
            <a:endParaRPr kumimoji="1" lang="en-US" altLang="ja-JP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検証：未管理端末からのアクセスブロック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制御：高リスク時のみ追加認証を自動適用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kumimoji="1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    </a:t>
            </a:r>
            <a:r>
              <a:rPr kumimoji="1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監視：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アクセス状況やリスクを常にログ・監視</a:t>
            </a:r>
            <a:endParaRPr kumimoji="1" lang="en-US" altLang="ja-JP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UD Digi Kyokasho N-R" panose="02020400000000000000" pitchFamily="49" charset="-128"/>
              <a:ea typeface="UD Digi Kyokasho N-R" panose="02020400000000000000" pitchFamily="49" charset="-128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13717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610F3-FB1A-1E1C-F0AC-BD2EE796F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C26209-B6B7-F96E-D2B0-F21E55E43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ゼロトラストの</a:t>
            </a:r>
            <a:r>
              <a:rPr lang="en-US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3</a:t>
            </a:r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原則</a:t>
            </a:r>
            <a:r>
              <a:rPr lang="en-US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- 2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60749E3-D983-13E2-9BDF-C94B4BBC6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4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ja-JP" altLang="en-US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◾️最小権限を適用する</a:t>
            </a:r>
            <a:endParaRPr kumimoji="1" lang="en-US" altLang="ja-JP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Digi Kyokasho N-R" panose="02020400000000000000" pitchFamily="49" charset="-128"/>
              <a:ea typeface="UD Digi Kyokasho N-R" panose="02020400000000000000" pitchFamily="49" charset="-128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ja-JP" dirty="0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ユーザーやシステムに必要最小限の権限のみ付与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常時管理者権限を持たせない</a:t>
            </a:r>
            <a:endParaRPr kumimoji="1" lang="en-US" altLang="ja-JP" sz="2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権限：管理者権限は必要なときだけ付与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   (</a:t>
            </a:r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JIT: Just-In-Time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)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役割：部署や役割ごとにアクセス範囲を制限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(</a:t>
            </a:r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RBAC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)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kumimoji="1" lang="en-US" altLang="ja-JP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制御</a:t>
            </a:r>
            <a:r>
              <a:rPr kumimoji="1" lang="ja-JP" altLang="en-US" sz="28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：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データへのアクセスを業務上必要な範囲に限定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Calibri" panose="020F0502020204030204"/>
            </a:endParaRPr>
          </a:p>
          <a:p>
            <a:pPr marL="0" lvl="0" indent="0">
              <a:lnSpc>
                <a:spcPct val="100000"/>
              </a:lnSpc>
              <a:buNone/>
              <a:defRPr/>
            </a:pPr>
            <a:endParaRPr kumimoji="1" lang="en-US" altLang="ja-JP" sz="28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UD Digi Kyokasho N-R" panose="02020400000000000000" pitchFamily="49" charset="-128"/>
              <a:ea typeface="UD Digi Kyokasho N-R" panose="02020400000000000000" pitchFamily="49" charset="-128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83122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258F8-7325-7678-B296-777F58B4E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51E30-4D34-E2A0-65C8-1C05FDE7E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ゼロトラストの</a:t>
            </a:r>
            <a:r>
              <a:rPr lang="en-US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3</a:t>
            </a:r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原則</a:t>
            </a:r>
            <a:r>
              <a:rPr lang="en-US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- 3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BAAB80-3AA3-EA0B-8978-84BD12E96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4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ja-JP" altLang="en-US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◾️侵害を前提とする</a:t>
            </a:r>
            <a:endParaRPr lang="en-US" altLang="ja-JP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Calibri" panose="020F0502020204030204"/>
            </a:endParaRPr>
          </a:p>
          <a:p>
            <a:pPr marL="0" lvl="0" indent="0">
              <a:lnSpc>
                <a:spcPct val="120000"/>
              </a:lnSpc>
              <a:buNone/>
              <a:defRPr/>
            </a:pPr>
            <a:r>
              <a:rPr lang="ja-JP" altLang="en-US"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　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被害拡大を防ぐ設計で侵害時の被害を最小化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lvl="0" indent="0">
              <a:lnSpc>
                <a:spcPct val="120000"/>
              </a:lnSpc>
              <a:buNone/>
              <a:defRPr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監視：社内からのアクセスでも監視・ログ収集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lvl="0" indent="0">
              <a:lnSpc>
                <a:spcPct val="120000"/>
              </a:lnSpc>
              <a:buNone/>
              <a:defRPr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検知：異常な操作は自動でアラートやブロック</a:t>
            </a:r>
          </a:p>
          <a:p>
            <a:pPr marL="0" lvl="0" indent="0">
              <a:lnSpc>
                <a:spcPct val="120000"/>
              </a:lnSpc>
              <a:buNone/>
              <a:defRPr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保護：機密データは自動暗号化・権限がないと見えない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lvl="0" indent="0">
              <a:lnSpc>
                <a:spcPct val="120000"/>
              </a:lnSpc>
              <a:buNone/>
              <a:defRPr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隔離：不審なセッションの切断・侵害時の影響範囲を限定</a:t>
            </a:r>
          </a:p>
          <a:p>
            <a:pPr marL="0" lvl="0" indent="0">
              <a:lnSpc>
                <a:spcPct val="120000"/>
              </a:lnSpc>
              <a:buNone/>
              <a:defRPr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復旧：ログと監査情報から侵害経路や影響範囲を特定、対応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lvl="0" indent="0">
              <a:lnSpc>
                <a:spcPct val="100000"/>
              </a:lnSpc>
              <a:buNone/>
              <a:defRPr/>
            </a:pPr>
            <a:endParaRPr lang="en-US" altLang="ja-JP" dirty="0">
              <a:solidFill>
                <a:prstClr val="black">
                  <a:lumMod val="75000"/>
                  <a:lumOff val="25000"/>
                </a:prst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Calibri" panose="020F0502020204030204"/>
            </a:endParaRPr>
          </a:p>
          <a:p>
            <a:pPr marL="0" lvl="0" indent="0">
              <a:lnSpc>
                <a:spcPct val="100000"/>
              </a:lnSpc>
              <a:buNone/>
              <a:defRPr/>
            </a:pPr>
            <a:endParaRPr kumimoji="1" lang="en-US" altLang="ja-JP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UD Digi Kyokasho N-R" panose="02020400000000000000" pitchFamily="49" charset="-128"/>
              <a:ea typeface="UD Digi Kyokasho N-R" panose="02020400000000000000" pitchFamily="49" charset="-128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13489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61F66-5EFA-BEBE-9F37-C1A028B31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4FBDC0-55BC-378E-BE61-FA0D304AB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最小権限の原則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A253FC-BB87-D3C4-5F9D-08B7024B2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4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ユーザーやシステムに</a:t>
            </a:r>
            <a:endParaRPr lang="en-US" altLang="ja-JP" sz="3600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業務に必要な最小限の権限のみ付与</a:t>
            </a:r>
            <a:endParaRPr lang="en-US" altLang="ja-JP" sz="3600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altLang="ja-JP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JIT: Just-In-Time</a:t>
            </a:r>
            <a:endParaRPr lang="en-US" altLang="ja-JP" sz="3600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権限管理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/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役割管理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/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データ保護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 u="sng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誤操作・不正利用・侵害時の被害範囲を最小化</a:t>
            </a: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D739000-AE6B-037E-7F17-675924603955}"/>
              </a:ext>
            </a:extLst>
          </p:cNvPr>
          <p:cNvGrpSpPr/>
          <p:nvPr/>
        </p:nvGrpSpPr>
        <p:grpSpPr>
          <a:xfrm>
            <a:off x="5406195" y="4852080"/>
            <a:ext cx="1379610" cy="778052"/>
            <a:chOff x="3882194" y="4757648"/>
            <a:chExt cx="1379610" cy="778052"/>
          </a:xfrm>
        </p:grpSpPr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349AB3E3-280A-CD11-9F3C-0E670DD66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3882194" y="4887700"/>
              <a:ext cx="1379610" cy="648000"/>
            </a:xfrm>
            <a:prstGeom prst="rect">
              <a:avLst/>
            </a:prstGeom>
          </p:spPr>
        </p:pic>
        <p:pic>
          <p:nvPicPr>
            <p:cNvPr id="6" name="グラフィックス 5">
              <a:extLst>
                <a:ext uri="{FF2B5EF4-FFF2-40B4-BE49-F238E27FC236}">
                  <a16:creationId xmlns:a16="http://schemas.microsoft.com/office/drawing/2014/main" id="{E2F45F7B-317A-4687-6ED6-5256906F5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3997162" y="4757648"/>
              <a:ext cx="1149675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75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CFDCA-3EED-E2C0-20E5-E51F588A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7F15A7-8DCA-4D10-D7CA-8ACE005AC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ロールベース設計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01B0CF-E962-2703-7DD4-C6363E733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4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部署・職務単位で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権限を役割ごとにまとめて付与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altLang="ja-JP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RBAC: Role-Based Access Control</a:t>
            </a:r>
            <a:endParaRPr lang="en-US" altLang="ja-JP" sz="3600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役割単位 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/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最小権限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 u="sng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過剰権限の防止・組織変更時の運用負荷低減</a:t>
            </a: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1F7CFAE8-AFE6-4C30-BB15-B12CA8E4AA53}"/>
              </a:ext>
            </a:extLst>
          </p:cNvPr>
          <p:cNvGrpSpPr/>
          <p:nvPr/>
        </p:nvGrpSpPr>
        <p:grpSpPr>
          <a:xfrm>
            <a:off x="5406195" y="4852080"/>
            <a:ext cx="1379610" cy="778052"/>
            <a:chOff x="3882194" y="4757648"/>
            <a:chExt cx="1379610" cy="778052"/>
          </a:xfrm>
        </p:grpSpPr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228A5D83-88AA-9DE3-5612-3DE39D45E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3882194" y="4887700"/>
              <a:ext cx="1379610" cy="648000"/>
            </a:xfrm>
            <a:prstGeom prst="rect">
              <a:avLst/>
            </a:prstGeom>
          </p:spPr>
        </p:pic>
        <p:pic>
          <p:nvPicPr>
            <p:cNvPr id="6" name="グラフィックス 5">
              <a:extLst>
                <a:ext uri="{FF2B5EF4-FFF2-40B4-BE49-F238E27FC236}">
                  <a16:creationId xmlns:a16="http://schemas.microsoft.com/office/drawing/2014/main" id="{03271095-51DA-7B94-B715-87390FB89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3997162" y="4757648"/>
              <a:ext cx="1149675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69732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32C89-25D8-DF1D-FC2B-F4139AA9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30593F-3DBB-6FD2-DEBF-B09A9AAE7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冗長化・分散設計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6E88EE-902C-418D-3D5E-8D1476882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4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システムやサービスの高可用性を確保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複数の予備構成を用意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サーバー・ネットワーク：二重化・クラスタ構成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分散配置：データセンターやリージョンを分けて障害に備える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フェイルオーバー：障害発生時に自動で別系統に切り替える</a:t>
            </a:r>
          </a:p>
          <a:p>
            <a:pPr marL="0" indent="0" algn="ctr">
              <a:lnSpc>
                <a:spcPct val="120000"/>
              </a:lnSpc>
              <a:buNone/>
            </a:pP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 u="sng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単一障害点のリスク低減</a:t>
            </a: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FA295FD6-3991-0705-2AAD-1640DE35A9B0}"/>
              </a:ext>
            </a:extLst>
          </p:cNvPr>
          <p:cNvGrpSpPr/>
          <p:nvPr/>
        </p:nvGrpSpPr>
        <p:grpSpPr>
          <a:xfrm>
            <a:off x="5406195" y="5368915"/>
            <a:ext cx="1379610" cy="778052"/>
            <a:chOff x="3882194" y="4757648"/>
            <a:chExt cx="1379610" cy="778052"/>
          </a:xfrm>
        </p:grpSpPr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D55B7F21-FF8F-BED7-D5AB-D9BD1E085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3882194" y="4887700"/>
              <a:ext cx="1379610" cy="648000"/>
            </a:xfrm>
            <a:prstGeom prst="rect">
              <a:avLst/>
            </a:prstGeom>
          </p:spPr>
        </p:pic>
        <p:pic>
          <p:nvPicPr>
            <p:cNvPr id="6" name="グラフィックス 5">
              <a:extLst>
                <a:ext uri="{FF2B5EF4-FFF2-40B4-BE49-F238E27FC236}">
                  <a16:creationId xmlns:a16="http://schemas.microsoft.com/office/drawing/2014/main" id="{8D909096-9C3D-61F2-D731-69639B0E7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3997162" y="4757648"/>
              <a:ext cx="1149675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8866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FB414-2186-4FE6-E37C-C9A87419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C9A08F-2F0E-5E33-7291-6697BD454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SSO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56842D-E9A0-3AC2-2366-7A2282FC8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4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一度の認証で</a:t>
            </a:r>
            <a:endParaRPr lang="en-US" altLang="ja-JP" sz="3600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複数サービスを利用できる仕組み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Single Sign-On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特徴：共通の認証元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ID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基盤で一度だけログイン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   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サービスごとの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ID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・パスワード入力は不要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       ID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基盤の認証結果を信頼して利用を許可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フェデレーションによりクラウド・</a:t>
            </a:r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SaaS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を横断して実現する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1862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A0223-DB73-4825-4466-2F9B2BF71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B6D9C2-4AE0-60A9-6417-508AF99AA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フェデレーション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A0820F-2A24-411A-DD41-124C192E4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4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外部</a:t>
            </a:r>
            <a:r>
              <a:rPr lang="en" altLang="ja-JP" sz="3600" dirty="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</a:t>
            </a: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連携による認証委譲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SSO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を実現させる仕組みのひとつ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   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認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証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：外部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ID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基盤が実施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   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パスワード：保持しない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許可判断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：自組織のルールで制御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           IdP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が認証し、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SP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が利用可否を判断する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88686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27338-7F48-D9D6-CF6B-AE0222983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BBDFF8-2CF6-6317-E908-955CC10CE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IdP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9E01D0-DDF9-8EAF-842E-F58DC8C46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4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認証を行う外部</a:t>
            </a:r>
            <a:r>
              <a:rPr lang="en" altLang="ja-JP" sz="3600" dirty="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</a:t>
            </a: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基盤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Identity Provider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特徴：</a:t>
            </a:r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ID</a:t>
            </a:r>
            <a:r>
              <a:rPr lang="ja-JP" altLang="en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・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パスワードを管理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      MFA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などの認証ポリシーを適用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認証結果を</a:t>
            </a:r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SP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に通知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例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) 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Microsoft Entra ID / Google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アカウント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/ Apple ID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65482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FC441-82E8-56A6-2676-BFEE8FB57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CC773B-B041-8B8E-0AD9-A39CE541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SP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DA388C-6B3D-6CA0-E64A-6196A6CB8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4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ja-JP" sz="3600" dirty="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IdP</a:t>
            </a: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認証を委ねるサービス提供者</a:t>
            </a:r>
            <a:endParaRPr lang="en-US" altLang="ja-JP" sz="3600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外部</a:t>
            </a:r>
            <a:r>
              <a:rPr lang="en-US" altLang="ja-JP" sz="3600" dirty="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SaaS</a:t>
            </a:r>
            <a:endParaRPr lang="ja-JP" altLang="en-US" sz="360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Service Provider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特徴：自身では認証しない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                 IdP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に認証を委譲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  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認証結果に基づき利用を許可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          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例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) 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BOX / Salesforce / Slack / Discord</a:t>
            </a:r>
          </a:p>
        </p:txBody>
      </p:sp>
    </p:spTree>
    <p:extLst>
      <p:ext uri="{BB962C8B-B14F-4D97-AF65-F5344CB8AC3E}">
        <p14:creationId xmlns:p14="http://schemas.microsoft.com/office/powerpoint/2010/main" val="26699557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86ABD-FADB-82F0-053E-799BC8AF3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A48D22-F876-216A-3754-EF7C2043C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ポリシーの標準化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41B422-124C-3849-8B28-93132285C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4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全社でルールを揃えて統一する</a:t>
            </a: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 u="sng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運用の簡素化・セキュリティの一貫性確保</a:t>
            </a: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9473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92652-4626-0998-6987-29E6520F6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CF83BC-834E-F10F-F074-CC9E8CBF4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ルールベース制御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DBB181-9117-0448-E6B7-09611F077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4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定義したポリシーを</a:t>
            </a:r>
            <a:endParaRPr lang="en-US" altLang="ja-JP" sz="3600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人の判断なしで自動で実行する仕組み</a:t>
            </a: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 u="sng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同じルールを確実に守れる</a:t>
            </a:r>
            <a:endParaRPr lang="en-US" altLang="ja-JP" sz="3600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 u="sng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ルールの追加・変更を一括で反映</a:t>
            </a: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5898A92-D4B4-C821-3330-BF5B57BDB3C2}"/>
              </a:ext>
            </a:extLst>
          </p:cNvPr>
          <p:cNvSpPr txBox="1"/>
          <p:nvPr/>
        </p:nvSpPr>
        <p:spPr>
          <a:xfrm>
            <a:off x="1895061" y="76067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79895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297AA-B750-53AF-ACDA-A7674BC06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839819-10CF-07B0-21D2-460DDC290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ログ・監査の可視化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8500F9-5771-BF0F-6FED-EC96DB31F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4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" altLang="ja-JP" sz="3600" dirty="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</a:t>
            </a: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基盤やクラウドサービスで発生する</a:t>
            </a:r>
            <a:endParaRPr lang="en-US" altLang="ja-JP" sz="3600" dirty="0">
              <a:solidFill>
                <a:srgbClr val="FF0000"/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操作・アクセスの記録を取得する</a:t>
            </a: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 u="sng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誰が、いつ、どこから、何をしたか追跡可能</a:t>
            </a:r>
            <a:endParaRPr lang="en-US" altLang="ja-JP" sz="3600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 u="sng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安全性を担保する</a:t>
            </a:r>
            <a:endParaRPr lang="en-US" altLang="ja-JP" sz="3600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40EE45B-0D55-C437-3652-E2C69BD2A323}"/>
              </a:ext>
            </a:extLst>
          </p:cNvPr>
          <p:cNvSpPr txBox="1"/>
          <p:nvPr/>
        </p:nvSpPr>
        <p:spPr>
          <a:xfrm>
            <a:off x="1895061" y="76067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09949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0B13-4102-BFA3-A187-416315D62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38EE70-39A4-301E-CB2C-C5BC2AF53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データ管理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458D0C-56BF-1C27-9B8D-6944771E7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4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企業の機密情報を安全に保管・利用する仕組み</a:t>
            </a: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 u="sng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クラウド・オンプレの</a:t>
            </a:r>
            <a:endParaRPr lang="en-US" altLang="ja-JP" sz="3600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 u="sng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ハイブリッド環境を横断して統制</a:t>
            </a:r>
            <a:endParaRPr lang="en-US" altLang="ja-JP" sz="3600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保存・送信時の自動暗号化</a:t>
            </a:r>
            <a:r>
              <a:rPr kumimoji="1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 </a:t>
            </a:r>
            <a:r>
              <a:rPr kumimoji="1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/ </a:t>
            </a:r>
            <a:r>
              <a:rPr kumimoji="1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機密度に応じたアクセス制御</a:t>
            </a:r>
            <a:r>
              <a:rPr kumimoji="1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 /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削除ポリシー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 /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バックアップ・リカバリ計画管理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Calibri" panose="020F0502020204030204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endParaRPr lang="en-US" altLang="ja-JP" sz="3600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Calibri" panose="020F0502020204030204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 u="sng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データ漏洩リスクの低減・証跡確保</a:t>
            </a:r>
            <a:endParaRPr lang="en-US" altLang="ja-JP" sz="3600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A77989C-3BF9-96FB-75CB-2351968F7ADC}"/>
              </a:ext>
            </a:extLst>
          </p:cNvPr>
          <p:cNvSpPr txBox="1"/>
          <p:nvPr/>
        </p:nvSpPr>
        <p:spPr>
          <a:xfrm>
            <a:off x="1895061" y="76067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6D77EBD4-5B26-89CF-B8B0-445C8D937CD4}"/>
              </a:ext>
            </a:extLst>
          </p:cNvPr>
          <p:cNvGrpSpPr/>
          <p:nvPr/>
        </p:nvGrpSpPr>
        <p:grpSpPr>
          <a:xfrm>
            <a:off x="5406195" y="5368915"/>
            <a:ext cx="1379610" cy="778052"/>
            <a:chOff x="3882194" y="4757648"/>
            <a:chExt cx="1379610" cy="778052"/>
          </a:xfrm>
        </p:grpSpPr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130D5E8C-F998-ADEC-97A7-3EC85F9A1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3882194" y="4887700"/>
              <a:ext cx="1379610" cy="648000"/>
            </a:xfrm>
            <a:prstGeom prst="rect">
              <a:avLst/>
            </a:prstGeom>
          </p:spPr>
        </p:pic>
        <p:pic>
          <p:nvPicPr>
            <p:cNvPr id="6" name="グラフィックス 5">
              <a:extLst>
                <a:ext uri="{FF2B5EF4-FFF2-40B4-BE49-F238E27FC236}">
                  <a16:creationId xmlns:a16="http://schemas.microsoft.com/office/drawing/2014/main" id="{5179ECFE-522A-8C59-E8E4-63CCA935F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3997162" y="4757648"/>
              <a:ext cx="1149675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54656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19511-882A-1DDE-7D71-479A4B440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76E6CD-88D5-F9E6-1B28-C95D4C023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データ管理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45708-6E94-34FD-2750-D428B9A23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4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>
                <a:solidFill>
                  <a:srgbClr val="FF0000"/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企業の機密情報を安全に保管・利用する仕組み</a:t>
            </a: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 u="sng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クラウド・オンプレの</a:t>
            </a:r>
            <a:endParaRPr lang="en-US" altLang="ja-JP" sz="3600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 u="sng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ハイブリッド環境を横断して統制</a:t>
            </a:r>
            <a:endParaRPr lang="en-US" altLang="ja-JP" sz="3600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保存・送信時の自動暗号化</a:t>
            </a:r>
            <a:r>
              <a:rPr kumimoji="1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 </a:t>
            </a:r>
            <a:r>
              <a:rPr kumimoji="1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/ </a:t>
            </a:r>
            <a:r>
              <a:rPr kumimoji="1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機密度に応じたアクセス制御</a:t>
            </a:r>
            <a:r>
              <a:rPr kumimoji="1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 /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削除ポリシー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 /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Calibri" panose="020F0502020204030204"/>
              </a:rPr>
              <a:t>バックアップ・リカバリ計画管理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Calibri" panose="020F0502020204030204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endParaRPr lang="en-US" altLang="ja-JP" sz="3600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Calibri" panose="020F0502020204030204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ja-JP" altLang="en-US" sz="3600" u="sng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  <a:cs typeface="+mn-lt"/>
              </a:rPr>
              <a:t>データ漏洩リスクの低減・証跡確保</a:t>
            </a:r>
            <a:endParaRPr lang="en-US" altLang="ja-JP" sz="3600" u="sng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B6C24DC-CC07-B08A-CDF2-27906E2422E4}"/>
              </a:ext>
            </a:extLst>
          </p:cNvPr>
          <p:cNvSpPr txBox="1"/>
          <p:nvPr/>
        </p:nvSpPr>
        <p:spPr>
          <a:xfrm>
            <a:off x="1895061" y="76067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852152E1-3FFB-9D13-5D6D-F75038C90AAB}"/>
              </a:ext>
            </a:extLst>
          </p:cNvPr>
          <p:cNvGrpSpPr/>
          <p:nvPr/>
        </p:nvGrpSpPr>
        <p:grpSpPr>
          <a:xfrm>
            <a:off x="5406195" y="5368915"/>
            <a:ext cx="1379610" cy="778052"/>
            <a:chOff x="3882194" y="4757648"/>
            <a:chExt cx="1379610" cy="778052"/>
          </a:xfrm>
        </p:grpSpPr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2BD45940-29A7-0145-7465-5EAB96E64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3882194" y="4887700"/>
              <a:ext cx="1379610" cy="648000"/>
            </a:xfrm>
            <a:prstGeom prst="rect">
              <a:avLst/>
            </a:prstGeom>
          </p:spPr>
        </p:pic>
        <p:pic>
          <p:nvPicPr>
            <p:cNvPr id="6" name="グラフィックス 5">
              <a:extLst>
                <a:ext uri="{FF2B5EF4-FFF2-40B4-BE49-F238E27FC236}">
                  <a16:creationId xmlns:a16="http://schemas.microsoft.com/office/drawing/2014/main" id="{5B43AC2A-C2C3-C72D-7E53-9563BBADF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3997162" y="4757648"/>
              <a:ext cx="1149675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0365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52FBD-C5C9-25CD-5EDE-978A4D88C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9A2DF7-4D13-6465-697B-43D8665D5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5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" altLang="ja-JP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Microsoft</a:t>
            </a:r>
            <a:r>
              <a:rPr lang="ja-JP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クラウドサービス一覧</a:t>
            </a:r>
            <a:endParaRPr lang="en-US" altLang="ja-JP" sz="48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</a:endParaRPr>
          </a:p>
        </p:txBody>
      </p:sp>
      <p:graphicFrame>
        <p:nvGraphicFramePr>
          <p:cNvPr id="6" name="図表 5">
            <a:extLst>
              <a:ext uri="{FF2B5EF4-FFF2-40B4-BE49-F238E27FC236}">
                <a16:creationId xmlns:a16="http://schemas.microsoft.com/office/drawing/2014/main" id="{D12D6733-6CAB-CC0F-9038-DC73631798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350189"/>
              </p:ext>
            </p:extLst>
          </p:nvPr>
        </p:nvGraphicFramePr>
        <p:xfrm>
          <a:off x="2000562" y="1694203"/>
          <a:ext cx="8190875" cy="2274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163281F0-5BB0-3F34-11F0-8B1C4FE13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0601819"/>
              </p:ext>
            </p:extLst>
          </p:nvPr>
        </p:nvGraphicFramePr>
        <p:xfrm>
          <a:off x="2000562" y="4110323"/>
          <a:ext cx="8190875" cy="1900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638506F4-B7DA-9733-8883-9316C37C9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11166"/>
            <a:ext cx="10515600" cy="84683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" altLang="ja-JP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ID</a:t>
            </a:r>
            <a:r>
              <a:rPr lang="ja-JP" altLang="en-US" sz="36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基盤「</a:t>
            </a:r>
            <a:r>
              <a:rPr lang="en" altLang="ja-JP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Entra ID</a:t>
            </a:r>
            <a:r>
              <a:rPr lang="ja-JP" altLang="en-US" sz="3600">
                <a:solidFill>
                  <a:schemeClr val="tx1">
                    <a:lumMod val="75000"/>
                    <a:lumOff val="25000"/>
                  </a:schemeClr>
                </a:solidFill>
                <a:latin typeface="UD Digi Kyokasho N-R" panose="02020400000000000000" pitchFamily="49" charset="-128"/>
                <a:ea typeface="UD Digi Kyokasho N-R" panose="02020400000000000000" pitchFamily="49" charset="-128"/>
              </a:rPr>
              <a:t>」を利用している</a:t>
            </a:r>
            <a:endParaRPr lang="en-US" altLang="ja-JP" sz="3600" dirty="0">
              <a:solidFill>
                <a:schemeClr val="tx1">
                  <a:lumMod val="75000"/>
                  <a:lumOff val="25000"/>
                </a:schemeClr>
              </a:solidFill>
              <a:latin typeface="UD Digi Kyokasho N-R" panose="02020400000000000000" pitchFamily="49" charset="-128"/>
              <a:ea typeface="UD Digi Kyokasho N-R" panose="02020400000000000000" pitchFamily="49" charset="-128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9891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14727</TotalTime>
  <Words>1888</Words>
  <Application>Microsoft Macintosh PowerPoint</Application>
  <PresentationFormat>ワイド画面</PresentationFormat>
  <Paragraphs>330</Paragraphs>
  <Slides>34</Slides>
  <Notes>33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34</vt:i4>
      </vt:variant>
    </vt:vector>
  </HeadingPairs>
  <TitlesOfParts>
    <vt:vector size="40" baseType="lpstr">
      <vt:lpstr>Calibri Light</vt:lpstr>
      <vt:lpstr>Calibri</vt:lpstr>
      <vt:lpstr>游ゴシック</vt:lpstr>
      <vt:lpstr>Arial</vt:lpstr>
      <vt:lpstr>UD Digi Kyokasho N-R</vt:lpstr>
      <vt:lpstr>Office 2013 - 2022 テーマ</vt:lpstr>
      <vt:lpstr>PowerPoint プレゼンテーション</vt:lpstr>
      <vt:lpstr>本社プロファイル</vt:lpstr>
      <vt:lpstr>日本法人プロファイル</vt:lpstr>
      <vt:lpstr>Mission / Vision</vt:lpstr>
      <vt:lpstr>Values</vt:lpstr>
      <vt:lpstr>カルチャーの変遷</vt:lpstr>
      <vt:lpstr>プラットフォーム戦略の変遷</vt:lpstr>
      <vt:lpstr>ID基盤</vt:lpstr>
      <vt:lpstr>ID基盤の3要素</vt:lpstr>
      <vt:lpstr>ID基盤のメリット</vt:lpstr>
      <vt:lpstr>多要素認証(MFA)</vt:lpstr>
      <vt:lpstr>シングルサインオン(SSO)</vt:lpstr>
      <vt:lpstr>クラウドサービスの提供形態</vt:lpstr>
      <vt:lpstr>クラウドサービスの責任範囲</vt:lpstr>
      <vt:lpstr>ID基盤のデメリット - 1</vt:lpstr>
      <vt:lpstr>ID基盤のデメリット - 2</vt:lpstr>
      <vt:lpstr>ID基盤のデメリット - 3</vt:lpstr>
      <vt:lpstr>ゼロトラスト</vt:lpstr>
      <vt:lpstr>ゼロトラストの3原則 - 1</vt:lpstr>
      <vt:lpstr>ゼロトラストの3原則 - 2</vt:lpstr>
      <vt:lpstr>ゼロトラストの3原則 - 3</vt:lpstr>
      <vt:lpstr>最小権限の原則</vt:lpstr>
      <vt:lpstr>ロールベース設計</vt:lpstr>
      <vt:lpstr>冗長化・分散設計</vt:lpstr>
      <vt:lpstr>SSO</vt:lpstr>
      <vt:lpstr>フェデレーション</vt:lpstr>
      <vt:lpstr>IdP</vt:lpstr>
      <vt:lpstr>SP</vt:lpstr>
      <vt:lpstr>ポリシーの標準化</vt:lpstr>
      <vt:lpstr>ルールベース制御</vt:lpstr>
      <vt:lpstr>ログ・監査の可視化</vt:lpstr>
      <vt:lpstr>データ管理</vt:lpstr>
      <vt:lpstr>データ管理</vt:lpstr>
      <vt:lpstr>Microsoftクラウドサービス一覧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/>
  <cp:keywords/>
  <dc:description/>
  <cp:lastModifiedBy>はるか 藪口</cp:lastModifiedBy>
  <cp:revision>1637</cp:revision>
  <cp:lastPrinted>2026-02-01T19:55:11Z</cp:lastPrinted>
  <dcterms:created xsi:type="dcterms:W3CDTF">2023-01-13T10:34:23Z</dcterms:created>
  <dcterms:modified xsi:type="dcterms:W3CDTF">2026-02-09T19:01:55Z</dcterms:modified>
  <cp:category/>
</cp:coreProperties>
</file>